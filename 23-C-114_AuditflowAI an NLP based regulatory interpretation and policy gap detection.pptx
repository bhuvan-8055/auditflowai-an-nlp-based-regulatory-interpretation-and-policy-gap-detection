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52" r:id="rId3"/>
    <p:sldMasterId id="2147483654" r:id="rId4"/>
  </p:sldMasterIdLst>
  <p:notesMasterIdLst>
    <p:notesMasterId r:id="rId6"/>
  </p:notesMasterIdLst>
  <p:sldIdLst>
    <p:sldId id="260" r:id="rId5"/>
  </p:sldIdLst>
  <p:sldSz cx="43891200" cy="32918400"/>
  <p:notesSz cx="6858000" cy="9144000"/>
  <p:embeddedFontLst>
    <p:embeddedFont>
      <p:font typeface="Arial Black" panose="020B0A04020102020204" pitchFamily="34" charset="0"/>
      <p:regular r:id="rId7"/>
      <p:bold r:id="rId8"/>
    </p:embeddedFont>
    <p:embeddedFont>
      <p:font typeface="Bookman Old Style" panose="02050604050505020204" pitchFamily="18" charset="0"/>
      <p:regular r:id="rId9"/>
      <p:bold r:id="rId10"/>
      <p:italic r:id="rId11"/>
      <p:boldItalic r:id="rId12"/>
    </p:embeddedFont>
    <p:embeddedFont>
      <p:font typeface="Trebuchet MS" panose="020B0603020202020204" pitchFamily="34"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581">
          <p15:clr>
            <a:srgbClr val="A4A3A4"/>
          </p15:clr>
        </p15:guide>
        <p15:guide id="6" pos="27069">
          <p15:clr>
            <a:srgbClr val="A4A3A4"/>
          </p15:clr>
        </p15:guide>
        <p15:guide id="7" pos="245">
          <p15:clr>
            <a:srgbClr val="A4A3A4"/>
          </p15:clr>
        </p15:guide>
        <p15:guide id="8" pos="2736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j+wP9xdTPvqZXHpFDZsd8u+S8D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93D07"/>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1ADC03B-971A-4465-824B-B061728AB08D}">
  <a:tblStyle styleId="{31ADC03B-971A-4465-824B-B061728AB08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0F2EE"/>
          </a:solidFill>
        </a:fill>
      </a:tcStyle>
    </a:wholeTbl>
    <a:band1H>
      <a:tcTxStyle/>
      <a:tcStyle>
        <a:tcBdr/>
        <a:fill>
          <a:solidFill>
            <a:srgbClr val="E0E5DB"/>
          </a:solidFill>
        </a:fill>
      </a:tcStyle>
    </a:band1H>
    <a:band2H>
      <a:tcTxStyle/>
      <a:tcStyle>
        <a:tcBdr/>
      </a:tcStyle>
    </a:band2H>
    <a:band1V>
      <a:tcTxStyle/>
      <a:tcStyle>
        <a:tcBdr/>
        <a:fill>
          <a:solidFill>
            <a:srgbClr val="E0E5DB"/>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46" autoAdjust="0"/>
    <p:restoredTop sz="94660"/>
  </p:normalViewPr>
  <p:slideViewPr>
    <p:cSldViewPr snapToGrid="0">
      <p:cViewPr varScale="1">
        <p:scale>
          <a:sx n="21" d="100"/>
          <a:sy n="21" d="100"/>
        </p:scale>
        <p:origin x="868" y="104"/>
      </p:cViewPr>
      <p:guideLst>
        <p:guide orient="horz" pos="3318"/>
        <p:guide orient="horz" pos="288"/>
        <p:guide orient="horz" pos="20160"/>
        <p:guide orient="horz"/>
        <p:guide pos="581"/>
        <p:guide pos="27069"/>
        <p:guide pos="245"/>
        <p:guide pos="27364"/>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font" Target="fonts/font1.fntdata"/><Relationship Id="rId12" Type="http://schemas.openxmlformats.org/officeDocument/2006/relationships/font" Target="fonts/font6.fntdata"/><Relationship Id="rId2" Type="http://schemas.openxmlformats.org/officeDocument/2006/relationships/slideMaster" Target="slideMasters/slideMaster2.xml"/><Relationship Id="rId16" Type="http://schemas.openxmlformats.org/officeDocument/2006/relationships/font" Target="fonts/font10.fntdata"/><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font" Target="fonts/font9.fntdata"/><Relationship Id="rId23" Type="http://schemas.openxmlformats.org/officeDocument/2006/relationships/theme" Target="theme/theme1.xml"/><Relationship Id="rId10" Type="http://schemas.openxmlformats.org/officeDocument/2006/relationships/font" Target="fonts/font4.fntdata"/><Relationship Id="rId4" Type="http://schemas.openxmlformats.org/officeDocument/2006/relationships/slideMaster" Target="slideMasters/slideMaster4.xml"/><Relationship Id="rId9" Type="http://schemas.openxmlformats.org/officeDocument/2006/relationships/font" Target="fonts/font3.fntdata"/><Relationship Id="rId14" Type="http://schemas.openxmlformats.org/officeDocument/2006/relationships/font" Target="fonts/font8.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EB96F5AB-8C0C-812A-5F11-6489267595EB}"/>
            </a:ext>
          </a:extLst>
        </p:cNvPr>
        <p:cNvGrpSpPr/>
        <p:nvPr/>
      </p:nvGrpSpPr>
      <p:grpSpPr>
        <a:xfrm>
          <a:off x="0" y="0"/>
          <a:ext cx="0" cy="0"/>
          <a:chOff x="0" y="0"/>
          <a:chExt cx="0" cy="0"/>
        </a:xfrm>
      </p:grpSpPr>
      <p:sp>
        <p:nvSpPr>
          <p:cNvPr id="116" name="Google Shape;116;p1:notes">
            <a:extLst>
              <a:ext uri="{FF2B5EF4-FFF2-40B4-BE49-F238E27FC236}">
                <a16:creationId xmlns:a16="http://schemas.microsoft.com/office/drawing/2014/main" id="{43932255-E44B-BECE-B255-E56D6B325B3A}"/>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7" name="Google Shape;117;p1:notes">
            <a:extLst>
              <a:ext uri="{FF2B5EF4-FFF2-40B4-BE49-F238E27FC236}">
                <a16:creationId xmlns:a16="http://schemas.microsoft.com/office/drawing/2014/main" id="{63E114FA-ACEC-69BE-3D83-57A4DBC4B5C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55493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tandard 4 columns">
  <p:cSld name="Standard 4 columns">
    <p:spTree>
      <p:nvGrpSpPr>
        <p:cNvPr id="1" name="Shape 17"/>
        <p:cNvGrpSpPr/>
        <p:nvPr/>
      </p:nvGrpSpPr>
      <p:grpSpPr>
        <a:xfrm>
          <a:off x="0" y="0"/>
          <a:ext cx="0" cy="0"/>
          <a:chOff x="0" y="0"/>
          <a:chExt cx="0" cy="0"/>
        </a:xfrm>
      </p:grpSpPr>
      <p:sp>
        <p:nvSpPr>
          <p:cNvPr id="18" name="Google Shape;18;p3"/>
          <p:cNvSpPr txBox="1">
            <a:spLocks noGrp="1"/>
          </p:cNvSpPr>
          <p:nvPr>
            <p:ph type="body" idx="1"/>
          </p:nvPr>
        </p:nvSpPr>
        <p:spPr>
          <a:xfrm>
            <a:off x="427923" y="6378481"/>
            <a:ext cx="10056813"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9" name="Google Shape;19;p3"/>
          <p:cNvSpPr txBox="1">
            <a:spLocks noGrp="1"/>
          </p:cNvSpPr>
          <p:nvPr>
            <p:ph type="body" idx="2"/>
          </p:nvPr>
        </p:nvSpPr>
        <p:spPr>
          <a:xfrm>
            <a:off x="446076" y="5548749"/>
            <a:ext cx="10048875"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body" idx="3"/>
          </p:nvPr>
        </p:nvSpPr>
        <p:spPr>
          <a:xfrm>
            <a:off x="446074" y="14212513"/>
            <a:ext cx="10050462"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body" idx="4"/>
          </p:nvPr>
        </p:nvSpPr>
        <p:spPr>
          <a:xfrm>
            <a:off x="11428410" y="6378481"/>
            <a:ext cx="10048874"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2" name="Google Shape;22;p3"/>
          <p:cNvSpPr txBox="1">
            <a:spLocks noGrp="1"/>
          </p:cNvSpPr>
          <p:nvPr>
            <p:ph type="body" idx="5"/>
          </p:nvPr>
        </p:nvSpPr>
        <p:spPr>
          <a:xfrm>
            <a:off x="11424306" y="5548749"/>
            <a:ext cx="10048875"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3" name="Google Shape;23;p3"/>
          <p:cNvSpPr txBox="1">
            <a:spLocks noGrp="1"/>
          </p:cNvSpPr>
          <p:nvPr>
            <p:ph type="body" idx="6"/>
          </p:nvPr>
        </p:nvSpPr>
        <p:spPr>
          <a:xfrm>
            <a:off x="22417094" y="6378481"/>
            <a:ext cx="10048874"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body" idx="7"/>
          </p:nvPr>
        </p:nvSpPr>
        <p:spPr>
          <a:xfrm>
            <a:off x="22402536" y="5548749"/>
            <a:ext cx="10058400"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body" idx="8"/>
          </p:nvPr>
        </p:nvSpPr>
        <p:spPr>
          <a:xfrm>
            <a:off x="33390292" y="5548749"/>
            <a:ext cx="10047018"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body" idx="9"/>
          </p:nvPr>
        </p:nvSpPr>
        <p:spPr>
          <a:xfrm>
            <a:off x="33390292" y="6378481"/>
            <a:ext cx="10047018"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7" name="Google Shape;27;p3"/>
          <p:cNvSpPr txBox="1">
            <a:spLocks noGrp="1"/>
          </p:cNvSpPr>
          <p:nvPr>
            <p:ph type="body" idx="13"/>
          </p:nvPr>
        </p:nvSpPr>
        <p:spPr>
          <a:xfrm>
            <a:off x="33390292" y="14272738"/>
            <a:ext cx="10047018"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8" name="Google Shape;28;p3"/>
          <p:cNvSpPr txBox="1">
            <a:spLocks noGrp="1"/>
          </p:cNvSpPr>
          <p:nvPr>
            <p:ph type="body" idx="14"/>
          </p:nvPr>
        </p:nvSpPr>
        <p:spPr>
          <a:xfrm>
            <a:off x="33390292" y="15011402"/>
            <a:ext cx="10052050"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9" name="Google Shape;29;p3"/>
          <p:cNvSpPr txBox="1">
            <a:spLocks noGrp="1"/>
          </p:cNvSpPr>
          <p:nvPr>
            <p:ph type="body" idx="15"/>
          </p:nvPr>
        </p:nvSpPr>
        <p:spPr>
          <a:xfrm>
            <a:off x="33390292" y="25679401"/>
            <a:ext cx="10047018"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30" name="Google Shape;30;p3"/>
          <p:cNvSpPr txBox="1">
            <a:spLocks noGrp="1"/>
          </p:cNvSpPr>
          <p:nvPr>
            <p:ph type="body" idx="16"/>
          </p:nvPr>
        </p:nvSpPr>
        <p:spPr>
          <a:xfrm>
            <a:off x="33390292" y="26433446"/>
            <a:ext cx="10052050"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31" name="Google Shape;31;p3"/>
          <p:cNvSpPr txBox="1">
            <a:spLocks noGrp="1"/>
          </p:cNvSpPr>
          <p:nvPr>
            <p:ph type="body" idx="17"/>
          </p:nvPr>
        </p:nvSpPr>
        <p:spPr>
          <a:xfrm>
            <a:off x="427923" y="14951552"/>
            <a:ext cx="10056813"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32" name="Google Shape;32;p3"/>
          <p:cNvSpPr txBox="1">
            <a:spLocks noGrp="1"/>
          </p:cNvSpPr>
          <p:nvPr>
            <p:ph type="body" idx="18"/>
          </p:nvPr>
        </p:nvSpPr>
        <p:spPr>
          <a:xfrm>
            <a:off x="5932593" y="3383947"/>
            <a:ext cx="31998968" cy="923330"/>
          </a:xfrm>
          <a:prstGeom prst="rect">
            <a:avLst/>
          </a:prstGeom>
          <a:noFill/>
          <a:ln>
            <a:noFill/>
          </a:ln>
        </p:spPr>
        <p:txBody>
          <a:bodyPr spcFirstLastPara="1" wrap="square" lIns="91425" tIns="45700" rIns="91425" bIns="45700" anchor="t" anchorCtr="0">
            <a:spAutoFit/>
          </a:bodyPr>
          <a:lstStyle>
            <a:lvl1pPr marL="457200" marR="0" lvl="0" indent="-228600" algn="ctr" rtl="0">
              <a:spcBef>
                <a:spcPts val="1080"/>
              </a:spcBef>
              <a:spcAft>
                <a:spcPts val="0"/>
              </a:spcAft>
              <a:buClr>
                <a:srgbClr val="4B376B"/>
              </a:buClr>
              <a:buSzPts val="5400"/>
              <a:buFont typeface="Arial"/>
              <a:buNone/>
              <a:defRPr sz="5400" b="0" i="0" u="none" strike="noStrike" cap="none">
                <a:solidFill>
                  <a:srgbClr val="4B376B"/>
                </a:solidFill>
                <a:latin typeface="Calibri"/>
                <a:ea typeface="Calibri"/>
                <a:cs typeface="Calibri"/>
                <a:sym typeface="Calibri"/>
              </a:defRPr>
            </a:lvl1pPr>
            <a:lvl2pPr marL="914400" marR="0" lvl="1"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33" name="Google Shape;33;p3"/>
          <p:cNvSpPr txBox="1">
            <a:spLocks noGrp="1"/>
          </p:cNvSpPr>
          <p:nvPr>
            <p:ph type="body" idx="19"/>
          </p:nvPr>
        </p:nvSpPr>
        <p:spPr>
          <a:xfrm>
            <a:off x="5932593" y="2103787"/>
            <a:ext cx="31998968" cy="1323439"/>
          </a:xfrm>
          <a:prstGeom prst="rect">
            <a:avLst/>
          </a:prstGeom>
          <a:noFill/>
          <a:ln>
            <a:noFill/>
          </a:ln>
        </p:spPr>
        <p:txBody>
          <a:bodyPr spcFirstLastPara="1" wrap="square" lIns="91425" tIns="45700" rIns="91425" bIns="45700" anchor="t" anchorCtr="0">
            <a:spAutoFit/>
          </a:bodyPr>
          <a:lstStyle>
            <a:lvl1pPr marL="457200" marR="0" lvl="0" indent="-228600" algn="ctr" rtl="0">
              <a:spcBef>
                <a:spcPts val="1600"/>
              </a:spcBef>
              <a:spcAft>
                <a:spcPts val="0"/>
              </a:spcAft>
              <a:buClr>
                <a:srgbClr val="4B376B"/>
              </a:buClr>
              <a:buSzPts val="8000"/>
              <a:buFont typeface="Arial"/>
              <a:buNone/>
              <a:defRPr sz="8000" b="0" i="0" u="none" strike="noStrike" cap="none">
                <a:solidFill>
                  <a:srgbClr val="4B376B"/>
                </a:solidFill>
                <a:latin typeface="Calibri"/>
                <a:ea typeface="Calibri"/>
                <a:cs typeface="Calibri"/>
                <a:sym typeface="Calibri"/>
              </a:defRPr>
            </a:lvl1pPr>
            <a:lvl2pPr marL="914400" marR="0" lvl="1"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34" name="Google Shape;34;p3"/>
          <p:cNvSpPr txBox="1">
            <a:spLocks noGrp="1"/>
          </p:cNvSpPr>
          <p:nvPr>
            <p:ph type="body" idx="20"/>
          </p:nvPr>
        </p:nvSpPr>
        <p:spPr>
          <a:xfrm>
            <a:off x="5932593" y="465813"/>
            <a:ext cx="31998968" cy="1569660"/>
          </a:xfrm>
          <a:prstGeom prst="rect">
            <a:avLst/>
          </a:prstGeom>
          <a:noFill/>
          <a:ln>
            <a:noFill/>
          </a:ln>
        </p:spPr>
        <p:txBody>
          <a:bodyPr spcFirstLastPara="1" wrap="square" lIns="91425" tIns="45700" rIns="91425" bIns="45700" anchor="t" anchorCtr="0">
            <a:spAutoFit/>
          </a:bodyPr>
          <a:lstStyle>
            <a:lvl1pPr marL="457200" marR="0" lvl="0" indent="-228600" algn="ctr" rtl="0">
              <a:spcBef>
                <a:spcPts val="1920"/>
              </a:spcBef>
              <a:spcAft>
                <a:spcPts val="0"/>
              </a:spcAft>
              <a:buClr>
                <a:srgbClr val="4B376B"/>
              </a:buClr>
              <a:buSzPts val="9600"/>
              <a:buFont typeface="Arial"/>
              <a:buNone/>
              <a:defRPr sz="9600" b="1" i="0" u="none" strike="noStrike" cap="none">
                <a:solidFill>
                  <a:srgbClr val="4B376B"/>
                </a:solidFill>
                <a:latin typeface="Calibri"/>
                <a:ea typeface="Calibri"/>
                <a:cs typeface="Calibri"/>
                <a:sym typeface="Calibri"/>
              </a:defRPr>
            </a:lvl1pPr>
            <a:lvl2pPr marL="914400" marR="0" lvl="1"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Without Quick Guides">
  <p:cSld name="Without Quick Guides">
    <p:spTree>
      <p:nvGrpSpPr>
        <p:cNvPr id="1" name="Shape 42"/>
        <p:cNvGrpSpPr/>
        <p:nvPr/>
      </p:nvGrpSpPr>
      <p:grpSpPr>
        <a:xfrm>
          <a:off x="0" y="0"/>
          <a:ext cx="0" cy="0"/>
          <a:chOff x="0" y="0"/>
          <a:chExt cx="0" cy="0"/>
        </a:xfrm>
      </p:grpSpPr>
      <p:sp>
        <p:nvSpPr>
          <p:cNvPr id="43" name="Google Shape;43;p5"/>
          <p:cNvSpPr txBox="1">
            <a:spLocks noGrp="1"/>
          </p:cNvSpPr>
          <p:nvPr>
            <p:ph type="body" idx="1"/>
          </p:nvPr>
        </p:nvSpPr>
        <p:spPr>
          <a:xfrm>
            <a:off x="427923" y="6378481"/>
            <a:ext cx="10056813"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44" name="Google Shape;44;p5"/>
          <p:cNvSpPr txBox="1">
            <a:spLocks noGrp="1"/>
          </p:cNvSpPr>
          <p:nvPr>
            <p:ph type="body" idx="2"/>
          </p:nvPr>
        </p:nvSpPr>
        <p:spPr>
          <a:xfrm>
            <a:off x="446076" y="5548749"/>
            <a:ext cx="10048875"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45" name="Google Shape;45;p5"/>
          <p:cNvSpPr txBox="1">
            <a:spLocks noGrp="1"/>
          </p:cNvSpPr>
          <p:nvPr>
            <p:ph type="body" idx="3"/>
          </p:nvPr>
        </p:nvSpPr>
        <p:spPr>
          <a:xfrm>
            <a:off x="446074" y="14212513"/>
            <a:ext cx="10050462"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46" name="Google Shape;46;p5"/>
          <p:cNvSpPr txBox="1">
            <a:spLocks noGrp="1"/>
          </p:cNvSpPr>
          <p:nvPr>
            <p:ph type="body" idx="4"/>
          </p:nvPr>
        </p:nvSpPr>
        <p:spPr>
          <a:xfrm>
            <a:off x="11428410" y="6378481"/>
            <a:ext cx="10048874"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47" name="Google Shape;47;p5"/>
          <p:cNvSpPr txBox="1">
            <a:spLocks noGrp="1"/>
          </p:cNvSpPr>
          <p:nvPr>
            <p:ph type="body" idx="5"/>
          </p:nvPr>
        </p:nvSpPr>
        <p:spPr>
          <a:xfrm>
            <a:off x="11424306" y="5548749"/>
            <a:ext cx="10048875"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48" name="Google Shape;48;p5"/>
          <p:cNvSpPr txBox="1">
            <a:spLocks noGrp="1"/>
          </p:cNvSpPr>
          <p:nvPr>
            <p:ph type="body" idx="6"/>
          </p:nvPr>
        </p:nvSpPr>
        <p:spPr>
          <a:xfrm>
            <a:off x="22417094" y="6378481"/>
            <a:ext cx="10048874"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49" name="Google Shape;49;p5"/>
          <p:cNvSpPr txBox="1">
            <a:spLocks noGrp="1"/>
          </p:cNvSpPr>
          <p:nvPr>
            <p:ph type="body" idx="7"/>
          </p:nvPr>
        </p:nvSpPr>
        <p:spPr>
          <a:xfrm>
            <a:off x="22402536" y="5548749"/>
            <a:ext cx="10058400"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50" name="Google Shape;50;p5"/>
          <p:cNvSpPr txBox="1">
            <a:spLocks noGrp="1"/>
          </p:cNvSpPr>
          <p:nvPr>
            <p:ph type="body" idx="8"/>
          </p:nvPr>
        </p:nvSpPr>
        <p:spPr>
          <a:xfrm>
            <a:off x="33390292" y="5548749"/>
            <a:ext cx="10047018"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51" name="Google Shape;51;p5"/>
          <p:cNvSpPr txBox="1">
            <a:spLocks noGrp="1"/>
          </p:cNvSpPr>
          <p:nvPr>
            <p:ph type="body" idx="9"/>
          </p:nvPr>
        </p:nvSpPr>
        <p:spPr>
          <a:xfrm>
            <a:off x="33390292" y="6378481"/>
            <a:ext cx="10047018"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52" name="Google Shape;52;p5"/>
          <p:cNvSpPr txBox="1">
            <a:spLocks noGrp="1"/>
          </p:cNvSpPr>
          <p:nvPr>
            <p:ph type="body" idx="13"/>
          </p:nvPr>
        </p:nvSpPr>
        <p:spPr>
          <a:xfrm>
            <a:off x="33390292" y="14272738"/>
            <a:ext cx="10047018"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53" name="Google Shape;53;p5"/>
          <p:cNvSpPr txBox="1">
            <a:spLocks noGrp="1"/>
          </p:cNvSpPr>
          <p:nvPr>
            <p:ph type="body" idx="14"/>
          </p:nvPr>
        </p:nvSpPr>
        <p:spPr>
          <a:xfrm>
            <a:off x="33390292" y="15011402"/>
            <a:ext cx="10052050"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54" name="Google Shape;54;p5"/>
          <p:cNvSpPr txBox="1">
            <a:spLocks noGrp="1"/>
          </p:cNvSpPr>
          <p:nvPr>
            <p:ph type="body" idx="15"/>
          </p:nvPr>
        </p:nvSpPr>
        <p:spPr>
          <a:xfrm>
            <a:off x="33390292" y="25679401"/>
            <a:ext cx="10047018"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55" name="Google Shape;55;p5"/>
          <p:cNvSpPr txBox="1">
            <a:spLocks noGrp="1"/>
          </p:cNvSpPr>
          <p:nvPr>
            <p:ph type="body" idx="16"/>
          </p:nvPr>
        </p:nvSpPr>
        <p:spPr>
          <a:xfrm>
            <a:off x="33390292" y="26433446"/>
            <a:ext cx="10052050"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56" name="Google Shape;56;p5"/>
          <p:cNvSpPr txBox="1">
            <a:spLocks noGrp="1"/>
          </p:cNvSpPr>
          <p:nvPr>
            <p:ph type="body" idx="17"/>
          </p:nvPr>
        </p:nvSpPr>
        <p:spPr>
          <a:xfrm>
            <a:off x="427923" y="14951552"/>
            <a:ext cx="10056813"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57" name="Google Shape;57;p5"/>
          <p:cNvSpPr txBox="1">
            <a:spLocks noGrp="1"/>
          </p:cNvSpPr>
          <p:nvPr>
            <p:ph type="body" idx="18"/>
          </p:nvPr>
        </p:nvSpPr>
        <p:spPr>
          <a:xfrm>
            <a:off x="5932593" y="3383947"/>
            <a:ext cx="31998968" cy="923330"/>
          </a:xfrm>
          <a:prstGeom prst="rect">
            <a:avLst/>
          </a:prstGeom>
          <a:noFill/>
          <a:ln>
            <a:noFill/>
          </a:ln>
        </p:spPr>
        <p:txBody>
          <a:bodyPr spcFirstLastPara="1" wrap="square" lIns="91425" tIns="45700" rIns="91425" bIns="45700" anchor="t" anchorCtr="0">
            <a:spAutoFit/>
          </a:bodyPr>
          <a:lstStyle>
            <a:lvl1pPr marL="457200" marR="0" lvl="0" indent="-228600" algn="ctr" rtl="0">
              <a:spcBef>
                <a:spcPts val="1080"/>
              </a:spcBef>
              <a:spcAft>
                <a:spcPts val="0"/>
              </a:spcAft>
              <a:buClr>
                <a:srgbClr val="4B376B"/>
              </a:buClr>
              <a:buSzPts val="5400"/>
              <a:buFont typeface="Arial"/>
              <a:buNone/>
              <a:defRPr sz="5400" b="0" i="0" u="none" strike="noStrike" cap="none">
                <a:solidFill>
                  <a:srgbClr val="4B376B"/>
                </a:solidFill>
                <a:latin typeface="Calibri"/>
                <a:ea typeface="Calibri"/>
                <a:cs typeface="Calibri"/>
                <a:sym typeface="Calibri"/>
              </a:defRPr>
            </a:lvl1pPr>
            <a:lvl2pPr marL="914400" marR="0" lvl="1"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58" name="Google Shape;58;p5"/>
          <p:cNvSpPr txBox="1">
            <a:spLocks noGrp="1"/>
          </p:cNvSpPr>
          <p:nvPr>
            <p:ph type="body" idx="19"/>
          </p:nvPr>
        </p:nvSpPr>
        <p:spPr>
          <a:xfrm>
            <a:off x="5932593" y="2103787"/>
            <a:ext cx="31998968" cy="1323439"/>
          </a:xfrm>
          <a:prstGeom prst="rect">
            <a:avLst/>
          </a:prstGeom>
          <a:noFill/>
          <a:ln>
            <a:noFill/>
          </a:ln>
        </p:spPr>
        <p:txBody>
          <a:bodyPr spcFirstLastPara="1" wrap="square" lIns="91425" tIns="45700" rIns="91425" bIns="45700" anchor="t" anchorCtr="0">
            <a:spAutoFit/>
          </a:bodyPr>
          <a:lstStyle>
            <a:lvl1pPr marL="457200" marR="0" lvl="0" indent="-228600" algn="ctr" rtl="0">
              <a:spcBef>
                <a:spcPts val="1600"/>
              </a:spcBef>
              <a:spcAft>
                <a:spcPts val="0"/>
              </a:spcAft>
              <a:buClr>
                <a:srgbClr val="4B376B"/>
              </a:buClr>
              <a:buSzPts val="8000"/>
              <a:buFont typeface="Arial"/>
              <a:buNone/>
              <a:defRPr sz="8000" b="0" i="0" u="none" strike="noStrike" cap="none">
                <a:solidFill>
                  <a:srgbClr val="4B376B"/>
                </a:solidFill>
                <a:latin typeface="Calibri"/>
                <a:ea typeface="Calibri"/>
                <a:cs typeface="Calibri"/>
                <a:sym typeface="Calibri"/>
              </a:defRPr>
            </a:lvl1pPr>
            <a:lvl2pPr marL="914400" marR="0" lvl="1"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59" name="Google Shape;59;p5"/>
          <p:cNvSpPr txBox="1">
            <a:spLocks noGrp="1"/>
          </p:cNvSpPr>
          <p:nvPr>
            <p:ph type="body" idx="20"/>
          </p:nvPr>
        </p:nvSpPr>
        <p:spPr>
          <a:xfrm>
            <a:off x="5932593" y="465813"/>
            <a:ext cx="31998968" cy="1569660"/>
          </a:xfrm>
          <a:prstGeom prst="rect">
            <a:avLst/>
          </a:prstGeom>
          <a:noFill/>
          <a:ln>
            <a:noFill/>
          </a:ln>
        </p:spPr>
        <p:txBody>
          <a:bodyPr spcFirstLastPara="1" wrap="square" lIns="91425" tIns="45700" rIns="91425" bIns="45700" anchor="t" anchorCtr="0">
            <a:spAutoFit/>
          </a:bodyPr>
          <a:lstStyle>
            <a:lvl1pPr marL="457200" marR="0" lvl="0" indent="-228600" algn="ctr" rtl="0">
              <a:spcBef>
                <a:spcPts val="1920"/>
              </a:spcBef>
              <a:spcAft>
                <a:spcPts val="0"/>
              </a:spcAft>
              <a:buClr>
                <a:srgbClr val="4B376B"/>
              </a:buClr>
              <a:buSzPts val="9600"/>
              <a:buFont typeface="Arial"/>
              <a:buNone/>
              <a:defRPr sz="9600" b="1" i="0" u="none" strike="noStrike" cap="none">
                <a:solidFill>
                  <a:srgbClr val="4B376B"/>
                </a:solidFill>
                <a:latin typeface="Calibri"/>
                <a:ea typeface="Calibri"/>
                <a:cs typeface="Calibri"/>
                <a:sym typeface="Calibri"/>
              </a:defRPr>
            </a:lvl1pPr>
            <a:lvl2pPr marL="914400" marR="0" lvl="1"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tandard 3 columns">
  <p:cSld name="Standard 3 columns">
    <p:spTree>
      <p:nvGrpSpPr>
        <p:cNvPr id="1" name="Shape 70"/>
        <p:cNvGrpSpPr/>
        <p:nvPr/>
      </p:nvGrpSpPr>
      <p:grpSpPr>
        <a:xfrm>
          <a:off x="0" y="0"/>
          <a:ext cx="0" cy="0"/>
          <a:chOff x="0" y="0"/>
          <a:chExt cx="0" cy="0"/>
        </a:xfrm>
      </p:grpSpPr>
      <p:sp>
        <p:nvSpPr>
          <p:cNvPr id="71" name="Google Shape;71;p7"/>
          <p:cNvSpPr txBox="1">
            <a:spLocks noGrp="1"/>
          </p:cNvSpPr>
          <p:nvPr>
            <p:ph type="body" idx="1"/>
          </p:nvPr>
        </p:nvSpPr>
        <p:spPr>
          <a:xfrm>
            <a:off x="904186" y="6295353"/>
            <a:ext cx="13591277" cy="861752"/>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72" name="Google Shape;72;p7"/>
          <p:cNvSpPr txBox="1">
            <a:spLocks noGrp="1"/>
          </p:cNvSpPr>
          <p:nvPr>
            <p:ph type="body" idx="2"/>
          </p:nvPr>
        </p:nvSpPr>
        <p:spPr>
          <a:xfrm>
            <a:off x="922338" y="5431995"/>
            <a:ext cx="13573126"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73" name="Google Shape;73;p7"/>
          <p:cNvSpPr txBox="1">
            <a:spLocks noGrp="1"/>
          </p:cNvSpPr>
          <p:nvPr>
            <p:ph type="body" idx="3"/>
          </p:nvPr>
        </p:nvSpPr>
        <p:spPr>
          <a:xfrm>
            <a:off x="922338" y="18240478"/>
            <a:ext cx="13592864" cy="861752"/>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74" name="Google Shape;74;p7"/>
          <p:cNvSpPr txBox="1">
            <a:spLocks noGrp="1"/>
          </p:cNvSpPr>
          <p:nvPr>
            <p:ph type="body" idx="4"/>
          </p:nvPr>
        </p:nvSpPr>
        <p:spPr>
          <a:xfrm>
            <a:off x="942080" y="17409229"/>
            <a:ext cx="13573125"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75" name="Google Shape;75;p7"/>
          <p:cNvSpPr txBox="1">
            <a:spLocks noGrp="1"/>
          </p:cNvSpPr>
          <p:nvPr>
            <p:ph type="body" idx="5"/>
          </p:nvPr>
        </p:nvSpPr>
        <p:spPr>
          <a:xfrm>
            <a:off x="15154276" y="21595083"/>
            <a:ext cx="13571534" cy="861752"/>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76" name="Google Shape;76;p7"/>
          <p:cNvSpPr txBox="1">
            <a:spLocks noGrp="1"/>
          </p:cNvSpPr>
          <p:nvPr>
            <p:ph type="body" idx="6"/>
          </p:nvPr>
        </p:nvSpPr>
        <p:spPr>
          <a:xfrm>
            <a:off x="15154276" y="20739663"/>
            <a:ext cx="13571534"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77" name="Google Shape;77;p7"/>
          <p:cNvSpPr txBox="1">
            <a:spLocks noGrp="1"/>
          </p:cNvSpPr>
          <p:nvPr>
            <p:ph type="body" idx="7"/>
          </p:nvPr>
        </p:nvSpPr>
        <p:spPr>
          <a:xfrm>
            <a:off x="15162215" y="6295353"/>
            <a:ext cx="13571534" cy="861752"/>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78" name="Google Shape;78;p7"/>
          <p:cNvSpPr txBox="1">
            <a:spLocks noGrp="1"/>
          </p:cNvSpPr>
          <p:nvPr>
            <p:ph type="body" idx="8"/>
          </p:nvPr>
        </p:nvSpPr>
        <p:spPr>
          <a:xfrm>
            <a:off x="15154277" y="5431995"/>
            <a:ext cx="13579475"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79" name="Google Shape;79;p7"/>
          <p:cNvSpPr txBox="1">
            <a:spLocks noGrp="1"/>
          </p:cNvSpPr>
          <p:nvPr>
            <p:ph type="body" idx="9"/>
          </p:nvPr>
        </p:nvSpPr>
        <p:spPr>
          <a:xfrm>
            <a:off x="29395741" y="5431995"/>
            <a:ext cx="13576029"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80" name="Google Shape;80;p7"/>
          <p:cNvSpPr txBox="1">
            <a:spLocks noGrp="1"/>
          </p:cNvSpPr>
          <p:nvPr>
            <p:ph type="body" idx="13"/>
          </p:nvPr>
        </p:nvSpPr>
        <p:spPr>
          <a:xfrm>
            <a:off x="29395741" y="6295353"/>
            <a:ext cx="13576029" cy="861752"/>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81" name="Google Shape;81;p7"/>
          <p:cNvSpPr txBox="1">
            <a:spLocks noGrp="1"/>
          </p:cNvSpPr>
          <p:nvPr>
            <p:ph type="body" idx="14"/>
          </p:nvPr>
        </p:nvSpPr>
        <p:spPr>
          <a:xfrm>
            <a:off x="29395741" y="17377122"/>
            <a:ext cx="13576029"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82" name="Google Shape;82;p7"/>
          <p:cNvSpPr txBox="1">
            <a:spLocks noGrp="1"/>
          </p:cNvSpPr>
          <p:nvPr>
            <p:ph type="body" idx="15"/>
          </p:nvPr>
        </p:nvSpPr>
        <p:spPr>
          <a:xfrm>
            <a:off x="29390710" y="18157350"/>
            <a:ext cx="13581061" cy="861752"/>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83" name="Google Shape;83;p7"/>
          <p:cNvSpPr txBox="1">
            <a:spLocks noGrp="1"/>
          </p:cNvSpPr>
          <p:nvPr>
            <p:ph type="body" idx="16"/>
          </p:nvPr>
        </p:nvSpPr>
        <p:spPr>
          <a:xfrm>
            <a:off x="29395741" y="25845657"/>
            <a:ext cx="13576029"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84" name="Google Shape;84;p7"/>
          <p:cNvSpPr txBox="1">
            <a:spLocks noGrp="1"/>
          </p:cNvSpPr>
          <p:nvPr>
            <p:ph type="body" idx="17"/>
          </p:nvPr>
        </p:nvSpPr>
        <p:spPr>
          <a:xfrm>
            <a:off x="29395742" y="26625887"/>
            <a:ext cx="13581061" cy="861752"/>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85" name="Google Shape;85;p7"/>
          <p:cNvSpPr txBox="1">
            <a:spLocks noGrp="1"/>
          </p:cNvSpPr>
          <p:nvPr>
            <p:ph type="body" idx="18"/>
          </p:nvPr>
        </p:nvSpPr>
        <p:spPr>
          <a:xfrm>
            <a:off x="5932593" y="3383947"/>
            <a:ext cx="31998968" cy="923330"/>
          </a:xfrm>
          <a:prstGeom prst="rect">
            <a:avLst/>
          </a:prstGeom>
          <a:noFill/>
          <a:ln>
            <a:noFill/>
          </a:ln>
        </p:spPr>
        <p:txBody>
          <a:bodyPr spcFirstLastPara="1" wrap="square" lIns="91425" tIns="45700" rIns="91425" bIns="45700" anchor="t" anchorCtr="0">
            <a:spAutoFit/>
          </a:bodyPr>
          <a:lstStyle>
            <a:lvl1pPr marL="457200" marR="0" lvl="0" indent="-228600" algn="ctr" rtl="0">
              <a:spcBef>
                <a:spcPts val="1080"/>
              </a:spcBef>
              <a:spcAft>
                <a:spcPts val="0"/>
              </a:spcAft>
              <a:buClr>
                <a:srgbClr val="4B376B"/>
              </a:buClr>
              <a:buSzPts val="5400"/>
              <a:buFont typeface="Arial"/>
              <a:buNone/>
              <a:defRPr sz="5400" b="0" i="0" u="none" strike="noStrike" cap="none">
                <a:solidFill>
                  <a:srgbClr val="4B376B"/>
                </a:solidFill>
                <a:latin typeface="Calibri"/>
                <a:ea typeface="Calibri"/>
                <a:cs typeface="Calibri"/>
                <a:sym typeface="Calibri"/>
              </a:defRPr>
            </a:lvl1pPr>
            <a:lvl2pPr marL="914400" marR="0" lvl="1"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86" name="Google Shape;86;p7"/>
          <p:cNvSpPr txBox="1">
            <a:spLocks noGrp="1"/>
          </p:cNvSpPr>
          <p:nvPr>
            <p:ph type="body" idx="19"/>
          </p:nvPr>
        </p:nvSpPr>
        <p:spPr>
          <a:xfrm>
            <a:off x="5932593" y="2103787"/>
            <a:ext cx="31998968" cy="1323439"/>
          </a:xfrm>
          <a:prstGeom prst="rect">
            <a:avLst/>
          </a:prstGeom>
          <a:noFill/>
          <a:ln>
            <a:noFill/>
          </a:ln>
        </p:spPr>
        <p:txBody>
          <a:bodyPr spcFirstLastPara="1" wrap="square" lIns="91425" tIns="45700" rIns="91425" bIns="45700" anchor="t" anchorCtr="0">
            <a:spAutoFit/>
          </a:bodyPr>
          <a:lstStyle>
            <a:lvl1pPr marL="457200" marR="0" lvl="0" indent="-228600" algn="ctr" rtl="0">
              <a:spcBef>
                <a:spcPts val="1600"/>
              </a:spcBef>
              <a:spcAft>
                <a:spcPts val="0"/>
              </a:spcAft>
              <a:buClr>
                <a:srgbClr val="4B376B"/>
              </a:buClr>
              <a:buSzPts val="8000"/>
              <a:buFont typeface="Arial"/>
              <a:buNone/>
              <a:defRPr sz="8000" b="0" i="0" u="none" strike="noStrike" cap="none">
                <a:solidFill>
                  <a:srgbClr val="4B376B"/>
                </a:solidFill>
                <a:latin typeface="Calibri"/>
                <a:ea typeface="Calibri"/>
                <a:cs typeface="Calibri"/>
                <a:sym typeface="Calibri"/>
              </a:defRPr>
            </a:lvl1pPr>
            <a:lvl2pPr marL="914400" marR="0" lvl="1"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87" name="Google Shape;87;p7"/>
          <p:cNvSpPr txBox="1">
            <a:spLocks noGrp="1"/>
          </p:cNvSpPr>
          <p:nvPr>
            <p:ph type="body" idx="20"/>
          </p:nvPr>
        </p:nvSpPr>
        <p:spPr>
          <a:xfrm>
            <a:off x="5932593" y="465813"/>
            <a:ext cx="31998968" cy="1569660"/>
          </a:xfrm>
          <a:prstGeom prst="rect">
            <a:avLst/>
          </a:prstGeom>
          <a:noFill/>
          <a:ln>
            <a:noFill/>
          </a:ln>
        </p:spPr>
        <p:txBody>
          <a:bodyPr spcFirstLastPara="1" wrap="square" lIns="91425" tIns="45700" rIns="91425" bIns="45700" anchor="t" anchorCtr="0">
            <a:spAutoFit/>
          </a:bodyPr>
          <a:lstStyle>
            <a:lvl1pPr marL="457200" marR="0" lvl="0" indent="-228600" algn="ctr" rtl="0">
              <a:spcBef>
                <a:spcPts val="1920"/>
              </a:spcBef>
              <a:spcAft>
                <a:spcPts val="0"/>
              </a:spcAft>
              <a:buClr>
                <a:srgbClr val="4B376B"/>
              </a:buClr>
              <a:buSzPts val="9600"/>
              <a:buFont typeface="Arial"/>
              <a:buNone/>
              <a:defRPr sz="9600" b="1" i="0" u="none" strike="noStrike" cap="none">
                <a:solidFill>
                  <a:srgbClr val="4B376B"/>
                </a:solidFill>
                <a:latin typeface="Calibri"/>
                <a:ea typeface="Calibri"/>
                <a:cs typeface="Calibri"/>
                <a:sym typeface="Calibri"/>
              </a:defRPr>
            </a:lvl1pPr>
            <a:lvl2pPr marL="914400" marR="0" lvl="1"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Wide center column">
  <p:cSld name="Wide center column">
    <p:spTree>
      <p:nvGrpSpPr>
        <p:cNvPr id="1" name="Shape 97"/>
        <p:cNvGrpSpPr/>
        <p:nvPr/>
      </p:nvGrpSpPr>
      <p:grpSpPr>
        <a:xfrm>
          <a:off x="0" y="0"/>
          <a:ext cx="0" cy="0"/>
          <a:chOff x="0" y="0"/>
          <a:chExt cx="0" cy="0"/>
        </a:xfrm>
      </p:grpSpPr>
      <p:sp>
        <p:nvSpPr>
          <p:cNvPr id="98" name="Google Shape;98;p9"/>
          <p:cNvSpPr txBox="1">
            <a:spLocks noGrp="1"/>
          </p:cNvSpPr>
          <p:nvPr>
            <p:ph type="body" idx="1"/>
          </p:nvPr>
        </p:nvSpPr>
        <p:spPr>
          <a:xfrm>
            <a:off x="904188" y="6212225"/>
            <a:ext cx="10056813"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99" name="Google Shape;99;p9"/>
          <p:cNvSpPr txBox="1">
            <a:spLocks noGrp="1"/>
          </p:cNvSpPr>
          <p:nvPr>
            <p:ph type="body" idx="2"/>
          </p:nvPr>
        </p:nvSpPr>
        <p:spPr>
          <a:xfrm>
            <a:off x="922341" y="5348867"/>
            <a:ext cx="10048875"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00" name="Google Shape;100;p9"/>
          <p:cNvSpPr txBox="1">
            <a:spLocks noGrp="1"/>
          </p:cNvSpPr>
          <p:nvPr>
            <p:ph type="body" idx="3"/>
          </p:nvPr>
        </p:nvSpPr>
        <p:spPr>
          <a:xfrm>
            <a:off x="902598" y="15043762"/>
            <a:ext cx="10058400"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01" name="Google Shape;101;p9"/>
          <p:cNvSpPr txBox="1">
            <a:spLocks noGrp="1"/>
          </p:cNvSpPr>
          <p:nvPr>
            <p:ph type="body" idx="4"/>
          </p:nvPr>
        </p:nvSpPr>
        <p:spPr>
          <a:xfrm>
            <a:off x="922339" y="14212513"/>
            <a:ext cx="10050462"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02" name="Google Shape;102;p9"/>
          <p:cNvSpPr txBox="1">
            <a:spLocks noGrp="1"/>
          </p:cNvSpPr>
          <p:nvPr>
            <p:ph type="body" idx="5"/>
          </p:nvPr>
        </p:nvSpPr>
        <p:spPr>
          <a:xfrm>
            <a:off x="11587163" y="6204287"/>
            <a:ext cx="20720048"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03" name="Google Shape;103;p9"/>
          <p:cNvSpPr txBox="1">
            <a:spLocks noGrp="1"/>
          </p:cNvSpPr>
          <p:nvPr>
            <p:ph type="body" idx="6"/>
          </p:nvPr>
        </p:nvSpPr>
        <p:spPr>
          <a:xfrm>
            <a:off x="11587164" y="5348867"/>
            <a:ext cx="20720050"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04" name="Google Shape;104;p9"/>
          <p:cNvSpPr txBox="1">
            <a:spLocks noGrp="1"/>
          </p:cNvSpPr>
          <p:nvPr>
            <p:ph type="body" idx="7"/>
          </p:nvPr>
        </p:nvSpPr>
        <p:spPr>
          <a:xfrm>
            <a:off x="11587164" y="21896538"/>
            <a:ext cx="20720050"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05" name="Google Shape;105;p9"/>
          <p:cNvSpPr txBox="1">
            <a:spLocks noGrp="1"/>
          </p:cNvSpPr>
          <p:nvPr>
            <p:ph type="body" idx="8"/>
          </p:nvPr>
        </p:nvSpPr>
        <p:spPr>
          <a:xfrm>
            <a:off x="11587162" y="21074746"/>
            <a:ext cx="20720050"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06" name="Google Shape;106;p9"/>
          <p:cNvSpPr txBox="1">
            <a:spLocks noGrp="1"/>
          </p:cNvSpPr>
          <p:nvPr>
            <p:ph type="body" idx="9"/>
          </p:nvPr>
        </p:nvSpPr>
        <p:spPr>
          <a:xfrm>
            <a:off x="32905536" y="5348867"/>
            <a:ext cx="10047018"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07" name="Google Shape;107;p9"/>
          <p:cNvSpPr txBox="1">
            <a:spLocks noGrp="1"/>
          </p:cNvSpPr>
          <p:nvPr>
            <p:ph type="body" idx="13"/>
          </p:nvPr>
        </p:nvSpPr>
        <p:spPr>
          <a:xfrm>
            <a:off x="32905536" y="6212225"/>
            <a:ext cx="10047018"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08" name="Google Shape;108;p9"/>
          <p:cNvSpPr txBox="1">
            <a:spLocks noGrp="1"/>
          </p:cNvSpPr>
          <p:nvPr>
            <p:ph type="body" idx="14"/>
          </p:nvPr>
        </p:nvSpPr>
        <p:spPr>
          <a:xfrm>
            <a:off x="32905536" y="14272738"/>
            <a:ext cx="10047018"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09" name="Google Shape;109;p9"/>
          <p:cNvSpPr txBox="1">
            <a:spLocks noGrp="1"/>
          </p:cNvSpPr>
          <p:nvPr>
            <p:ph type="body" idx="15"/>
          </p:nvPr>
        </p:nvSpPr>
        <p:spPr>
          <a:xfrm>
            <a:off x="32905536" y="15011402"/>
            <a:ext cx="10052050"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10" name="Google Shape;110;p9"/>
          <p:cNvSpPr txBox="1">
            <a:spLocks noGrp="1"/>
          </p:cNvSpPr>
          <p:nvPr>
            <p:ph type="body" idx="16"/>
          </p:nvPr>
        </p:nvSpPr>
        <p:spPr>
          <a:xfrm>
            <a:off x="32905536" y="25669876"/>
            <a:ext cx="10047018" cy="754045"/>
          </a:xfrm>
          <a:prstGeom prst="rect">
            <a:avLst/>
          </a:prstGeom>
          <a:noFill/>
          <a:ln>
            <a:noFill/>
          </a:ln>
        </p:spPr>
        <p:txBody>
          <a:bodyPr spcFirstLastPara="1" wrap="square" lIns="91425" tIns="91425" rIns="91425" bIns="91425" anchor="t" anchorCtr="0">
            <a:spAutoFit/>
          </a:bodyPr>
          <a:lstStyle>
            <a:lvl1pPr marL="457200" marR="0" lvl="0" indent="-228600" algn="ctr" rtl="0">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11" name="Google Shape;111;p9"/>
          <p:cNvSpPr txBox="1">
            <a:spLocks noGrp="1"/>
          </p:cNvSpPr>
          <p:nvPr>
            <p:ph type="body" idx="17"/>
          </p:nvPr>
        </p:nvSpPr>
        <p:spPr>
          <a:xfrm>
            <a:off x="32905536" y="26436774"/>
            <a:ext cx="10052050" cy="846363"/>
          </a:xfrm>
          <a:prstGeom prst="rect">
            <a:avLst/>
          </a:prstGeom>
          <a:noFill/>
          <a:ln>
            <a:noFill/>
          </a:ln>
        </p:spPr>
        <p:txBody>
          <a:bodyPr spcFirstLastPara="1" wrap="square" lIns="228575" tIns="228575" rIns="228575" bIns="228575" anchor="t" anchorCtr="0">
            <a:spAutoFit/>
          </a:bodyPr>
          <a:lstStyle>
            <a:lvl1pPr marL="457200" marR="0" lvl="0" indent="-228600" algn="l" rtl="0">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12" name="Google Shape;112;p9"/>
          <p:cNvSpPr txBox="1">
            <a:spLocks noGrp="1"/>
          </p:cNvSpPr>
          <p:nvPr>
            <p:ph type="body" idx="18"/>
          </p:nvPr>
        </p:nvSpPr>
        <p:spPr>
          <a:xfrm>
            <a:off x="5932593" y="3383947"/>
            <a:ext cx="31998968" cy="923330"/>
          </a:xfrm>
          <a:prstGeom prst="rect">
            <a:avLst/>
          </a:prstGeom>
          <a:noFill/>
          <a:ln>
            <a:noFill/>
          </a:ln>
        </p:spPr>
        <p:txBody>
          <a:bodyPr spcFirstLastPara="1" wrap="square" lIns="91425" tIns="45700" rIns="91425" bIns="45700" anchor="t" anchorCtr="0">
            <a:spAutoFit/>
          </a:bodyPr>
          <a:lstStyle>
            <a:lvl1pPr marL="457200" marR="0" lvl="0" indent="-228600" algn="ctr" rtl="0">
              <a:spcBef>
                <a:spcPts val="1080"/>
              </a:spcBef>
              <a:spcAft>
                <a:spcPts val="0"/>
              </a:spcAft>
              <a:buClr>
                <a:srgbClr val="4B376B"/>
              </a:buClr>
              <a:buSzPts val="5400"/>
              <a:buFont typeface="Arial"/>
              <a:buNone/>
              <a:defRPr sz="5400" b="0" i="0" u="none" strike="noStrike" cap="none">
                <a:solidFill>
                  <a:srgbClr val="4B376B"/>
                </a:solidFill>
                <a:latin typeface="Calibri"/>
                <a:ea typeface="Calibri"/>
                <a:cs typeface="Calibri"/>
                <a:sym typeface="Calibri"/>
              </a:defRPr>
            </a:lvl1pPr>
            <a:lvl2pPr marL="914400" marR="0" lvl="1"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13" name="Google Shape;113;p9"/>
          <p:cNvSpPr txBox="1">
            <a:spLocks noGrp="1"/>
          </p:cNvSpPr>
          <p:nvPr>
            <p:ph type="body" idx="19"/>
          </p:nvPr>
        </p:nvSpPr>
        <p:spPr>
          <a:xfrm>
            <a:off x="5932593" y="2103787"/>
            <a:ext cx="31998968" cy="1323439"/>
          </a:xfrm>
          <a:prstGeom prst="rect">
            <a:avLst/>
          </a:prstGeom>
          <a:noFill/>
          <a:ln>
            <a:noFill/>
          </a:ln>
        </p:spPr>
        <p:txBody>
          <a:bodyPr spcFirstLastPara="1" wrap="square" lIns="91425" tIns="45700" rIns="91425" bIns="45700" anchor="t" anchorCtr="0">
            <a:spAutoFit/>
          </a:bodyPr>
          <a:lstStyle>
            <a:lvl1pPr marL="457200" marR="0" lvl="0" indent="-228600" algn="ctr" rtl="0">
              <a:spcBef>
                <a:spcPts val="1600"/>
              </a:spcBef>
              <a:spcAft>
                <a:spcPts val="0"/>
              </a:spcAft>
              <a:buClr>
                <a:srgbClr val="4B376B"/>
              </a:buClr>
              <a:buSzPts val="8000"/>
              <a:buFont typeface="Arial"/>
              <a:buNone/>
              <a:defRPr sz="8000" b="0" i="0" u="none" strike="noStrike" cap="none">
                <a:solidFill>
                  <a:srgbClr val="4B376B"/>
                </a:solidFill>
                <a:latin typeface="Calibri"/>
                <a:ea typeface="Calibri"/>
                <a:cs typeface="Calibri"/>
                <a:sym typeface="Calibri"/>
              </a:defRPr>
            </a:lvl1pPr>
            <a:lvl2pPr marL="914400" marR="0" lvl="1"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14" name="Google Shape;114;p9"/>
          <p:cNvSpPr txBox="1">
            <a:spLocks noGrp="1"/>
          </p:cNvSpPr>
          <p:nvPr>
            <p:ph type="body" idx="20"/>
          </p:nvPr>
        </p:nvSpPr>
        <p:spPr>
          <a:xfrm>
            <a:off x="5932593" y="465813"/>
            <a:ext cx="31998968" cy="1569660"/>
          </a:xfrm>
          <a:prstGeom prst="rect">
            <a:avLst/>
          </a:prstGeom>
          <a:noFill/>
          <a:ln>
            <a:noFill/>
          </a:ln>
        </p:spPr>
        <p:txBody>
          <a:bodyPr spcFirstLastPara="1" wrap="square" lIns="91425" tIns="45700" rIns="91425" bIns="45700" anchor="t" anchorCtr="0">
            <a:spAutoFit/>
          </a:bodyPr>
          <a:lstStyle>
            <a:lvl1pPr marL="457200" marR="0" lvl="0" indent="-228600" algn="ctr" rtl="0">
              <a:spcBef>
                <a:spcPts val="1920"/>
              </a:spcBef>
              <a:spcAft>
                <a:spcPts val="0"/>
              </a:spcAft>
              <a:buClr>
                <a:srgbClr val="4B376B"/>
              </a:buClr>
              <a:buSzPts val="9600"/>
              <a:buFont typeface="Arial"/>
              <a:buNone/>
              <a:defRPr sz="9600" b="1" i="0" u="none" strike="noStrike" cap="none">
                <a:solidFill>
                  <a:srgbClr val="4B376B"/>
                </a:solidFill>
                <a:latin typeface="Calibri"/>
                <a:ea typeface="Calibri"/>
                <a:cs typeface="Calibri"/>
                <a:sym typeface="Calibri"/>
              </a:defRPr>
            </a:lvl1pPr>
            <a:lvl2pPr marL="914400" marR="0" lvl="1"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122803" y="-102882"/>
            <a:ext cx="44106584" cy="33075071"/>
            <a:chOff x="-122803" y="-102882"/>
            <a:chExt cx="44106584" cy="33075071"/>
          </a:xfrm>
        </p:grpSpPr>
        <p:sp>
          <p:nvSpPr>
            <p:cNvPr id="11" name="Google Shape;11;p2"/>
            <p:cNvSpPr/>
            <p:nvPr/>
          </p:nvSpPr>
          <p:spPr>
            <a:xfrm>
              <a:off x="-51142" y="-84749"/>
              <a:ext cx="44034923" cy="33056938"/>
            </a:xfrm>
            <a:custGeom>
              <a:avLst/>
              <a:gdLst/>
              <a:ahLst/>
              <a:cxnLst/>
              <a:rect l="l" t="t" r="r" b="b"/>
              <a:pathLst>
                <a:path w="44005500" h="32956500" extrusionOk="0">
                  <a:moveTo>
                    <a:pt x="0" y="0"/>
                  </a:moveTo>
                  <a:lnTo>
                    <a:pt x="44005500" y="32956500"/>
                  </a:lnTo>
                  <a:lnTo>
                    <a:pt x="38100" y="32918400"/>
                  </a:lnTo>
                  <a:lnTo>
                    <a:pt x="0" y="0"/>
                  </a:lnTo>
                  <a:close/>
                </a:path>
              </a:pathLst>
            </a:custGeom>
            <a:gradFill>
              <a:gsLst>
                <a:gs pos="0">
                  <a:srgbClr val="E3E8DD"/>
                </a:gs>
                <a:gs pos="13000">
                  <a:srgbClr val="E3E8DD"/>
                </a:gs>
                <a:gs pos="79000">
                  <a:srgbClr val="DAE0D2"/>
                </a:gs>
                <a:gs pos="100000">
                  <a:srgbClr val="DAE0D2"/>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600" b="0" i="0" u="none" strike="noStrike" cap="none">
                <a:solidFill>
                  <a:schemeClr val="lt1"/>
                </a:solidFill>
                <a:latin typeface="Calibri"/>
                <a:ea typeface="Calibri"/>
                <a:cs typeface="Calibri"/>
                <a:sym typeface="Calibri"/>
              </a:endParaRPr>
            </a:p>
          </p:txBody>
        </p:sp>
        <p:sp>
          <p:nvSpPr>
            <p:cNvPr id="12" name="Google Shape;12;p2"/>
            <p:cNvSpPr/>
            <p:nvPr/>
          </p:nvSpPr>
          <p:spPr>
            <a:xfrm rot="10800000">
              <a:off x="-51143" y="-84749"/>
              <a:ext cx="44034921" cy="33039928"/>
            </a:xfrm>
            <a:custGeom>
              <a:avLst/>
              <a:gdLst/>
              <a:ahLst/>
              <a:cxnLst/>
              <a:rect l="l" t="t" r="r" b="b"/>
              <a:pathLst>
                <a:path w="44005500" h="32956500" extrusionOk="0">
                  <a:moveTo>
                    <a:pt x="0" y="0"/>
                  </a:moveTo>
                  <a:lnTo>
                    <a:pt x="44005500" y="32956500"/>
                  </a:lnTo>
                  <a:lnTo>
                    <a:pt x="38100" y="32918400"/>
                  </a:lnTo>
                  <a:lnTo>
                    <a:pt x="0" y="0"/>
                  </a:lnTo>
                  <a:close/>
                </a:path>
              </a:pathLst>
            </a:custGeom>
            <a:gradFill>
              <a:gsLst>
                <a:gs pos="0">
                  <a:schemeClr val="lt2"/>
                </a:gs>
                <a:gs pos="41000">
                  <a:schemeClr val="lt2"/>
                </a:gs>
                <a:gs pos="100000">
                  <a:srgbClr val="E3E8DD"/>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600" b="0" i="0" u="none" strike="noStrike" cap="none">
                <a:solidFill>
                  <a:schemeClr val="lt1"/>
                </a:solidFill>
                <a:latin typeface="Calibri"/>
                <a:ea typeface="Calibri"/>
                <a:cs typeface="Calibri"/>
                <a:sym typeface="Calibri"/>
              </a:endParaRPr>
            </a:p>
          </p:txBody>
        </p:sp>
        <p:sp>
          <p:nvSpPr>
            <p:cNvPr id="13" name="Google Shape;13;p2"/>
            <p:cNvSpPr/>
            <p:nvPr/>
          </p:nvSpPr>
          <p:spPr>
            <a:xfrm>
              <a:off x="-122803" y="-102882"/>
              <a:ext cx="44106584" cy="33075071"/>
            </a:xfrm>
            <a:custGeom>
              <a:avLst/>
              <a:gdLst/>
              <a:ahLst/>
              <a:cxnLst/>
              <a:rect l="l" t="t" r="r" b="b"/>
              <a:pathLst>
                <a:path w="39026592" h="30614112" extrusionOk="0">
                  <a:moveTo>
                    <a:pt x="36576" y="0"/>
                  </a:moveTo>
                  <a:lnTo>
                    <a:pt x="15837408" y="30614112"/>
                  </a:lnTo>
                  <a:lnTo>
                    <a:pt x="39026592" y="13350240"/>
                  </a:lnTo>
                  <a:lnTo>
                    <a:pt x="0" y="73152"/>
                  </a:lnTo>
                  <a:lnTo>
                    <a:pt x="109728" y="146304"/>
                  </a:lnTo>
                </a:path>
              </a:pathLst>
            </a:custGeom>
            <a:gradFill>
              <a:gsLst>
                <a:gs pos="0">
                  <a:schemeClr val="lt1"/>
                </a:gs>
                <a:gs pos="76000">
                  <a:srgbClr val="E3E8DD">
                    <a:alpha val="0"/>
                  </a:srgbClr>
                </a:gs>
                <a:gs pos="100000">
                  <a:srgbClr val="E3E8DD">
                    <a:alpha val="0"/>
                  </a:srgbClr>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600" b="0" i="0" u="none" strike="noStrike" cap="none">
                <a:solidFill>
                  <a:schemeClr val="lt1"/>
                </a:solidFill>
                <a:latin typeface="Calibri"/>
                <a:ea typeface="Calibri"/>
                <a:cs typeface="Calibri"/>
                <a:sym typeface="Calibri"/>
              </a:endParaRPr>
            </a:p>
          </p:txBody>
        </p:sp>
        <p:sp>
          <p:nvSpPr>
            <p:cNvPr id="14" name="Google Shape;14;p2"/>
            <p:cNvSpPr txBox="1"/>
            <p:nvPr/>
          </p:nvSpPr>
          <p:spPr>
            <a:xfrm>
              <a:off x="1603881" y="32173892"/>
              <a:ext cx="2514600" cy="361442"/>
            </a:xfrm>
            <a:prstGeom prst="rect">
              <a:avLst/>
            </a:prstGeom>
            <a:noFill/>
            <a:ln>
              <a:noFill/>
            </a:ln>
          </p:spPr>
          <p:txBody>
            <a:bodyPr spcFirstLastPara="1" wrap="square" lIns="91250" tIns="45600" rIns="91250" bIns="45600" anchor="t" anchorCtr="0">
              <a:spAutoFit/>
            </a:bodyPr>
            <a:lstStyle/>
            <a:p>
              <a:pPr marL="0" marR="0" lvl="0" indent="0" algn="l" rtl="0">
                <a:lnSpc>
                  <a:spcPct val="65000"/>
                </a:lnSpc>
                <a:spcBef>
                  <a:spcPts val="0"/>
                </a:spcBef>
                <a:spcAft>
                  <a:spcPts val="0"/>
                </a:spcAft>
                <a:buNone/>
              </a:pPr>
              <a:r>
                <a:rPr lang="en-US" sz="700" b="1" i="0" u="none" strike="noStrike" cap="none">
                  <a:solidFill>
                    <a:srgbClr val="BFBFBF"/>
                  </a:solidFill>
                  <a:latin typeface="Arial"/>
                  <a:ea typeface="Arial"/>
                  <a:cs typeface="Arial"/>
                  <a:sym typeface="Arial"/>
                </a:rPr>
                <a:t>RESEARCH POSTER PRESENTATION DESIGN © 2019</a:t>
              </a:r>
              <a:endParaRPr/>
            </a:p>
            <a:p>
              <a:pPr marL="0" marR="0" lvl="0" indent="0" algn="l" rtl="0">
                <a:lnSpc>
                  <a:spcPct val="65000"/>
                </a:lnSpc>
                <a:spcBef>
                  <a:spcPts val="550"/>
                </a:spcBef>
                <a:spcAft>
                  <a:spcPts val="0"/>
                </a:spcAft>
                <a:buNone/>
              </a:pPr>
              <a:r>
                <a:rPr lang="en-US" sz="1100" b="1" i="0" u="none" strike="noStrike" cap="none">
                  <a:solidFill>
                    <a:srgbClr val="BFBFBF"/>
                  </a:solidFill>
                  <a:latin typeface="Arial"/>
                  <a:ea typeface="Arial"/>
                  <a:cs typeface="Arial"/>
                  <a:sym typeface="Arial"/>
                </a:rPr>
                <a:t>www.PosterPresentations.com</a:t>
              </a:r>
              <a:endParaRPr/>
            </a:p>
          </p:txBody>
        </p:sp>
      </p:grpSp>
      <p:graphicFrame>
        <p:nvGraphicFramePr>
          <p:cNvPr id="15" name="Google Shape;15;p2"/>
          <p:cNvGraphicFramePr/>
          <p:nvPr/>
        </p:nvGraphicFramePr>
        <p:xfrm>
          <a:off x="-10611120" y="14098"/>
          <a:ext cx="9776875" cy="32679250"/>
        </p:xfrm>
        <a:graphic>
          <a:graphicData uri="http://schemas.openxmlformats.org/drawingml/2006/table">
            <a:tbl>
              <a:tblPr firstRow="1" bandRow="1">
                <a:noFill/>
                <a:tableStyleId>{31ADC03B-971A-4465-824B-B061728AB08D}</a:tableStyleId>
              </a:tblPr>
              <a:tblGrid>
                <a:gridCol w="4192250">
                  <a:extLst>
                    <a:ext uri="{9D8B030D-6E8A-4147-A177-3AD203B41FA5}">
                      <a16:colId xmlns:a16="http://schemas.microsoft.com/office/drawing/2014/main" val="20000"/>
                    </a:ext>
                  </a:extLst>
                </a:gridCol>
                <a:gridCol w="5584625">
                  <a:extLst>
                    <a:ext uri="{9D8B030D-6E8A-4147-A177-3AD203B41FA5}">
                      <a16:colId xmlns:a16="http://schemas.microsoft.com/office/drawing/2014/main" val="20001"/>
                    </a:ext>
                  </a:extLst>
                </a:gridCol>
              </a:tblGrid>
              <a:tr h="1329125">
                <a:tc gridSpan="2">
                  <a:txBody>
                    <a:bodyPr/>
                    <a:lstStyle/>
                    <a:p>
                      <a:pPr marL="0" marR="0" lvl="0" indent="0" algn="ctr" rtl="0">
                        <a:lnSpc>
                          <a:spcPct val="100000"/>
                        </a:lnSpc>
                        <a:spcBef>
                          <a:spcPts val="0"/>
                        </a:spcBef>
                        <a:spcAft>
                          <a:spcPts val="0"/>
                        </a:spcAft>
                        <a:buClr>
                          <a:srgbClr val="1F3A4E"/>
                        </a:buClr>
                        <a:buSzPts val="3600"/>
                        <a:buFont typeface="Arial Black"/>
                        <a:buNone/>
                      </a:pPr>
                      <a:r>
                        <a:rPr lang="en-US" sz="3600" b="0" u="none" strike="noStrike" cap="none">
                          <a:solidFill>
                            <a:srgbClr val="1F3A4E"/>
                          </a:solidFill>
                          <a:latin typeface="Arial Black"/>
                          <a:ea typeface="Arial Black"/>
                          <a:cs typeface="Arial Black"/>
                          <a:sym typeface="Arial Black"/>
                        </a:rPr>
                        <a:t>QUICK START GUIDE</a:t>
                      </a:r>
                      <a:br>
                        <a:rPr lang="en-US" sz="3600" b="0" u="none" strike="noStrike" cap="none">
                          <a:solidFill>
                            <a:srgbClr val="1F3A4E"/>
                          </a:solidFill>
                          <a:latin typeface="Arial Black"/>
                          <a:ea typeface="Arial Black"/>
                          <a:cs typeface="Arial Black"/>
                          <a:sym typeface="Arial Black"/>
                        </a:rPr>
                      </a:br>
                      <a:r>
                        <a:rPr lang="en-US" sz="2800" b="1" u="none" strike="noStrike" cap="none">
                          <a:solidFill>
                            <a:srgbClr val="FF0000"/>
                          </a:solidFill>
                          <a:latin typeface="Trebuchet MS"/>
                          <a:ea typeface="Trebuchet MS"/>
                          <a:cs typeface="Trebuchet MS"/>
                          <a:sym typeface="Trebuchet MS"/>
                        </a:rPr>
                        <a:t>(THIS SIDEBAR WILL NOT PRINT)</a:t>
                      </a:r>
                      <a:endParaRPr sz="3600" b="1" u="none" strike="noStrike" cap="none">
                        <a:solidFill>
                          <a:schemeClr val="lt1"/>
                        </a:solidFill>
                        <a:latin typeface="Trebuchet MS"/>
                        <a:ea typeface="Trebuchet MS"/>
                        <a:cs typeface="Trebuchet MS"/>
                        <a:sym typeface="Trebuchet MS"/>
                      </a:endParaRPr>
                    </a:p>
                  </a:txBody>
                  <a:tcPr marL="182875" marR="91450" marT="137150" marB="45725">
                    <a:solidFill>
                      <a:srgbClr val="FFC000"/>
                    </a:solidFill>
                  </a:tcPr>
                </a:tc>
                <a:tc hMerge="1">
                  <a:txBody>
                    <a:bodyPr/>
                    <a:lstStyle/>
                    <a:p>
                      <a:endParaRPr lang="en-US"/>
                    </a:p>
                  </a:txBody>
                  <a:tcPr/>
                </a:tc>
                <a:extLst>
                  <a:ext uri="{0D108BD9-81ED-4DB2-BD59-A6C34878D82A}">
                    <a16:rowId xmlns:a16="http://schemas.microsoft.com/office/drawing/2014/main" val="10000"/>
                  </a:ext>
                </a:extLst>
              </a:tr>
              <a:tr h="4206625">
                <a:tc gridSpan="2">
                  <a:txBody>
                    <a:bodyPr/>
                    <a:lstStyle/>
                    <a:p>
                      <a:pPr marL="0" marR="0" lvl="0" indent="0" algn="l" rtl="0">
                        <a:spcBef>
                          <a:spcPts val="0"/>
                        </a:spcBef>
                        <a:spcAft>
                          <a:spcPts val="0"/>
                        </a:spcAft>
                        <a:buNone/>
                      </a:pPr>
                      <a:r>
                        <a:rPr lang="en-US" sz="2000" i="0" u="none" strike="noStrike" cap="none">
                          <a:solidFill>
                            <a:srgbClr val="D9D9D9"/>
                          </a:solidFill>
                          <a:latin typeface="Arial"/>
                          <a:ea typeface="Arial"/>
                          <a:cs typeface="Arial"/>
                          <a:sym typeface="Arial"/>
                        </a:rPr>
                        <a:t>This PowerPoint template produces a </a:t>
                      </a:r>
                      <a:r>
                        <a:rPr lang="en-US" sz="2000" i="0" u="none" strike="noStrike" cap="none">
                          <a:solidFill>
                            <a:srgbClr val="FFC000"/>
                          </a:solidFill>
                          <a:latin typeface="Arial"/>
                          <a:ea typeface="Arial"/>
                          <a:cs typeface="Arial"/>
                          <a:sym typeface="Arial"/>
                        </a:rPr>
                        <a:t>36"x48" </a:t>
                      </a:r>
                      <a:r>
                        <a:rPr lang="en-US" sz="2000" i="0" u="none" strike="noStrike" cap="none">
                          <a:solidFill>
                            <a:srgbClr val="D9D9D9"/>
                          </a:solidFill>
                          <a:latin typeface="Arial"/>
                          <a:ea typeface="Arial"/>
                          <a:cs typeface="Arial"/>
                          <a:sym typeface="Arial"/>
                        </a:rPr>
                        <a:t>presentation poster. You can use it to create your research poster by placing your title, subtitle, text, tables, charts and photos. </a:t>
                      </a:r>
                      <a:endParaRPr/>
                    </a:p>
                    <a:p>
                      <a:pPr marL="0" marR="0" lvl="0" indent="0" algn="l" rtl="0">
                        <a:spcBef>
                          <a:spcPts val="0"/>
                        </a:spcBef>
                        <a:spcAft>
                          <a:spcPts val="0"/>
                        </a:spcAft>
                        <a:buNone/>
                      </a:pPr>
                      <a:endParaRPr sz="2000" i="0" u="none" strike="noStrike" cap="none">
                        <a:solidFill>
                          <a:srgbClr val="D9D9D9"/>
                        </a:solidFill>
                        <a:latin typeface="Arial"/>
                        <a:ea typeface="Arial"/>
                        <a:cs typeface="Arial"/>
                        <a:sym typeface="Arial"/>
                      </a:endParaRPr>
                    </a:p>
                    <a:p>
                      <a:pPr marL="0" marR="0" lvl="0" indent="0" algn="l" rtl="0">
                        <a:spcBef>
                          <a:spcPts val="0"/>
                        </a:spcBef>
                        <a:spcAft>
                          <a:spcPts val="0"/>
                        </a:spcAft>
                        <a:buNone/>
                      </a:pPr>
                      <a:r>
                        <a:rPr lang="en-US" sz="2000" i="0" u="none" strike="noStrike" cap="none">
                          <a:solidFill>
                            <a:srgbClr val="D9D9D9"/>
                          </a:solidFill>
                          <a:latin typeface="Arial"/>
                          <a:ea typeface="Arial"/>
                          <a:cs typeface="Arial"/>
                          <a:sym typeface="Arial"/>
                        </a:rPr>
                        <a:t>We provide a series of online tutorials that will guide you through the poster design process and answer your poster production questions. For complete template tutorials, go online to </a:t>
                      </a:r>
                      <a:r>
                        <a:rPr lang="en-US" sz="2000" i="0" u="none" strike="noStrike" cap="none">
                          <a:solidFill>
                            <a:srgbClr val="FFC000"/>
                          </a:solidFill>
                          <a:latin typeface="Arial"/>
                          <a:ea typeface="Arial"/>
                          <a:cs typeface="Arial"/>
                          <a:sym typeface="Arial"/>
                        </a:rPr>
                        <a:t>PosterPresentations.com</a:t>
                      </a:r>
                      <a:r>
                        <a:rPr lang="en-US" sz="2000" i="0" u="none" strike="noStrike" cap="none">
                          <a:solidFill>
                            <a:srgbClr val="D9D9D9"/>
                          </a:solidFill>
                          <a:latin typeface="Arial"/>
                          <a:ea typeface="Arial"/>
                          <a:cs typeface="Arial"/>
                          <a:sym typeface="Arial"/>
                        </a:rPr>
                        <a:t> and click on the  </a:t>
                      </a:r>
                      <a:r>
                        <a:rPr lang="en-US" sz="2000" i="0" u="none" strike="noStrike" cap="none">
                          <a:solidFill>
                            <a:srgbClr val="FFC000"/>
                          </a:solidFill>
                          <a:latin typeface="Arial"/>
                          <a:ea typeface="Arial"/>
                          <a:cs typeface="Arial"/>
                          <a:sym typeface="Arial"/>
                        </a:rPr>
                        <a:t>HELP DESK</a:t>
                      </a:r>
                      <a:r>
                        <a:rPr lang="en-US" sz="2000" i="0" u="none" strike="noStrike" cap="none">
                          <a:solidFill>
                            <a:srgbClr val="D9D9D9"/>
                          </a:solidFill>
                          <a:latin typeface="Arial"/>
                          <a:ea typeface="Arial"/>
                          <a:cs typeface="Arial"/>
                          <a:sym typeface="Arial"/>
                        </a:rPr>
                        <a:t> tab.</a:t>
                      </a:r>
                      <a:endParaRPr/>
                    </a:p>
                    <a:p>
                      <a:pPr marL="0" marR="0" lvl="0" indent="0" algn="l" rtl="0">
                        <a:spcBef>
                          <a:spcPts val="0"/>
                        </a:spcBef>
                        <a:spcAft>
                          <a:spcPts val="0"/>
                        </a:spcAft>
                        <a:buNone/>
                      </a:pPr>
                      <a:endParaRPr sz="2000" i="0" u="none" strike="noStrike" cap="none">
                        <a:solidFill>
                          <a:srgbClr val="D9D9D9"/>
                        </a:solidFill>
                        <a:latin typeface="Arial"/>
                        <a:ea typeface="Arial"/>
                        <a:cs typeface="Arial"/>
                        <a:sym typeface="Arial"/>
                      </a:endParaRPr>
                    </a:p>
                    <a:p>
                      <a:pPr marL="0" marR="0" lvl="0" indent="0" algn="l" rtl="0">
                        <a:spcBef>
                          <a:spcPts val="0"/>
                        </a:spcBef>
                        <a:spcAft>
                          <a:spcPts val="0"/>
                        </a:spcAft>
                        <a:buNone/>
                      </a:pPr>
                      <a:r>
                        <a:rPr lang="en-US" sz="2000" i="0" u="none" strike="noStrike" cap="none">
                          <a:solidFill>
                            <a:srgbClr val="D9D9D9"/>
                          </a:solidFill>
                          <a:latin typeface="Arial"/>
                          <a:ea typeface="Arial"/>
                          <a:cs typeface="Arial"/>
                          <a:sym typeface="Arial"/>
                        </a:rPr>
                        <a:t>To print your poster using our same-day professional printing service, go online to </a:t>
                      </a:r>
                      <a:r>
                        <a:rPr lang="en-US" sz="2000" i="0" u="none" strike="noStrike" cap="none">
                          <a:solidFill>
                            <a:srgbClr val="FFC000"/>
                          </a:solidFill>
                          <a:latin typeface="Arial"/>
                          <a:ea typeface="Arial"/>
                          <a:cs typeface="Arial"/>
                          <a:sym typeface="Arial"/>
                        </a:rPr>
                        <a:t>PosterPresentations.com</a:t>
                      </a:r>
                      <a:r>
                        <a:rPr lang="en-US" sz="2000" i="0" u="none" strike="noStrike" cap="none">
                          <a:solidFill>
                            <a:srgbClr val="D9D9D9"/>
                          </a:solidFill>
                          <a:latin typeface="Arial"/>
                          <a:ea typeface="Arial"/>
                          <a:cs typeface="Arial"/>
                          <a:sym typeface="Arial"/>
                        </a:rPr>
                        <a:t> and click on "</a:t>
                      </a:r>
                      <a:r>
                        <a:rPr lang="en-US" sz="2000" i="0" u="none" strike="noStrike" cap="none">
                          <a:solidFill>
                            <a:srgbClr val="FFC000"/>
                          </a:solidFill>
                          <a:latin typeface="Arial"/>
                          <a:ea typeface="Arial"/>
                          <a:cs typeface="Arial"/>
                          <a:sym typeface="Arial"/>
                        </a:rPr>
                        <a:t>Order your poster</a:t>
                      </a:r>
                      <a:r>
                        <a:rPr lang="en-US" sz="2000" i="0" u="none" strike="noStrike" cap="none">
                          <a:solidFill>
                            <a:srgbClr val="D9D9D9"/>
                          </a:solidFill>
                          <a:latin typeface="Arial"/>
                          <a:ea typeface="Arial"/>
                          <a:cs typeface="Arial"/>
                          <a:sym typeface="Arial"/>
                        </a:rPr>
                        <a:t>".</a:t>
                      </a:r>
                      <a:endParaRPr sz="2000" b="1" u="none" strike="noStrike" cap="none">
                        <a:solidFill>
                          <a:srgbClr val="D9D9D9"/>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1"/>
                  </a:ext>
                </a:extLst>
              </a:tr>
              <a:tr h="4572425">
                <a:tc>
                  <a:txBody>
                    <a:bodyPr/>
                    <a:lstStyle/>
                    <a:p>
                      <a:pPr marL="0" marR="0" lvl="0" indent="0" algn="ctr" rtl="0">
                        <a:spcBef>
                          <a:spcPts val="0"/>
                        </a:spcBef>
                        <a:spcAft>
                          <a:spcPts val="0"/>
                        </a:spcAft>
                        <a:buNone/>
                      </a:pPr>
                      <a:endParaRPr sz="2000" u="none" strike="noStrike" cap="none">
                        <a:solidFill>
                          <a:srgbClr val="1F3A4E"/>
                        </a:solidFill>
                      </a:endParaRPr>
                    </a:p>
                    <a:p>
                      <a:pPr marL="0" marR="0" lvl="0" indent="0" algn="ctr" rtl="0">
                        <a:spcBef>
                          <a:spcPts val="0"/>
                        </a:spcBef>
                        <a:spcAft>
                          <a:spcPts val="0"/>
                        </a:spcAft>
                        <a:buNone/>
                      </a:pPr>
                      <a:endParaRPr sz="2000" u="none" strike="noStrike" cap="none">
                        <a:solidFill>
                          <a:srgbClr val="1F3A4E"/>
                        </a:solidFill>
                      </a:endParaRPr>
                    </a:p>
                    <a:p>
                      <a:pPr marL="0" marR="0" lvl="0" indent="0" algn="ctr" rtl="0">
                        <a:spcBef>
                          <a:spcPts val="0"/>
                        </a:spcBef>
                        <a:spcAft>
                          <a:spcPts val="0"/>
                        </a:spcAft>
                        <a:buNone/>
                      </a:pPr>
                      <a:r>
                        <a:rPr lang="en-US" sz="2000" u="none" strike="noStrike" cap="none">
                          <a:solidFill>
                            <a:schemeClr val="lt1"/>
                          </a:solidFill>
                          <a:latin typeface="Arial"/>
                          <a:ea typeface="Arial"/>
                          <a:cs typeface="Arial"/>
                          <a:sym typeface="Arial"/>
                        </a:rPr>
                        <a:t>This is a template for a </a:t>
                      </a:r>
                      <a:endParaRPr/>
                    </a:p>
                    <a:p>
                      <a:pPr marL="0" marR="0" lvl="0" indent="0" algn="ctr" rtl="0">
                        <a:spcBef>
                          <a:spcPts val="0"/>
                        </a:spcBef>
                        <a:spcAft>
                          <a:spcPts val="0"/>
                        </a:spcAft>
                        <a:buNone/>
                      </a:pPr>
                      <a:r>
                        <a:rPr lang="en-US" sz="2000" u="none" strike="noStrike" cap="none">
                          <a:solidFill>
                            <a:schemeClr val="lt1"/>
                          </a:solidFill>
                          <a:latin typeface="Arial"/>
                          <a:ea typeface="Arial"/>
                          <a:cs typeface="Arial"/>
                          <a:sym typeface="Arial"/>
                        </a:rPr>
                        <a:t>presentation poster</a:t>
                      </a:r>
                      <a:br>
                        <a:rPr lang="en-US" sz="2000" u="none" strike="noStrike" cap="none">
                          <a:solidFill>
                            <a:schemeClr val="lt1"/>
                          </a:solidFill>
                          <a:latin typeface="Arial"/>
                          <a:ea typeface="Arial"/>
                          <a:cs typeface="Arial"/>
                          <a:sym typeface="Arial"/>
                        </a:rPr>
                      </a:br>
                      <a:r>
                        <a:rPr lang="en-US" sz="3600" b="1" u="none" strike="noStrike" cap="none">
                          <a:solidFill>
                            <a:srgbClr val="FFC000"/>
                          </a:solidFill>
                          <a:latin typeface="Arial"/>
                          <a:ea typeface="Arial"/>
                          <a:cs typeface="Arial"/>
                          <a:sym typeface="Arial"/>
                        </a:rPr>
                        <a:t>36 inches tall</a:t>
                      </a:r>
                      <a:br>
                        <a:rPr lang="en-US" sz="3600" b="1" u="none" strike="noStrike" cap="none">
                          <a:solidFill>
                            <a:srgbClr val="FFC000"/>
                          </a:solidFill>
                          <a:latin typeface="Arial"/>
                          <a:ea typeface="Arial"/>
                          <a:cs typeface="Arial"/>
                          <a:sym typeface="Arial"/>
                        </a:rPr>
                      </a:br>
                      <a:r>
                        <a:rPr lang="en-US" sz="3600" b="1" u="none" strike="noStrike" cap="none">
                          <a:solidFill>
                            <a:srgbClr val="FFC000"/>
                          </a:solidFill>
                          <a:latin typeface="Arial"/>
                          <a:ea typeface="Arial"/>
                          <a:cs typeface="Arial"/>
                          <a:sym typeface="Arial"/>
                        </a:rPr>
                        <a:t>by</a:t>
                      </a:r>
                      <a:br>
                        <a:rPr lang="en-US" sz="3600" b="1" u="none" strike="noStrike" cap="none">
                          <a:solidFill>
                            <a:srgbClr val="FFC000"/>
                          </a:solidFill>
                          <a:latin typeface="Arial"/>
                          <a:ea typeface="Arial"/>
                          <a:cs typeface="Arial"/>
                          <a:sym typeface="Arial"/>
                        </a:rPr>
                      </a:br>
                      <a:r>
                        <a:rPr lang="en-US" sz="3600" b="1" u="none" strike="noStrike" cap="none">
                          <a:solidFill>
                            <a:srgbClr val="FFC000"/>
                          </a:solidFill>
                          <a:latin typeface="Arial"/>
                          <a:ea typeface="Arial"/>
                          <a:cs typeface="Arial"/>
                          <a:sym typeface="Arial"/>
                        </a:rPr>
                        <a:t>48 inches wide</a:t>
                      </a:r>
                      <a:br>
                        <a:rPr lang="en-US" sz="2000" u="none" strike="noStrike" cap="none">
                          <a:solidFill>
                            <a:schemeClr val="lt1"/>
                          </a:solidFill>
                          <a:latin typeface="Arial"/>
                          <a:ea typeface="Arial"/>
                          <a:cs typeface="Arial"/>
                          <a:sym typeface="Arial"/>
                        </a:rPr>
                      </a:br>
                      <a:endParaRPr sz="2000" u="none" strike="noStrike" cap="none">
                        <a:solidFill>
                          <a:srgbClr val="1F3A4E"/>
                        </a:solidFill>
                      </a:endParaRPr>
                    </a:p>
                  </a:txBody>
                  <a:tcPr marL="91450" marR="91450" marT="45725" marB="45725">
                    <a:solidFill>
                      <a:srgbClr val="010101"/>
                    </a:solidFill>
                  </a:tcPr>
                </a:tc>
                <a:tc>
                  <a:txBody>
                    <a:bodyPr/>
                    <a:lstStyle/>
                    <a:p>
                      <a:pPr marL="0" marR="0" lvl="0" indent="0" algn="l" rtl="0">
                        <a:lnSpc>
                          <a:spcPct val="100000"/>
                        </a:lnSpc>
                        <a:spcBef>
                          <a:spcPts val="0"/>
                        </a:spcBef>
                        <a:spcAft>
                          <a:spcPts val="0"/>
                        </a:spcAft>
                        <a:buClr>
                          <a:srgbClr val="FFC000"/>
                        </a:buClr>
                        <a:buSzPts val="2400"/>
                        <a:buFont typeface="Arial"/>
                        <a:buNone/>
                      </a:pPr>
                      <a:r>
                        <a:rPr lang="en-US" sz="2400" b="1" u="none" strike="noStrike" cap="none">
                          <a:solidFill>
                            <a:srgbClr val="FFC000"/>
                          </a:solidFill>
                          <a:latin typeface="Arial"/>
                          <a:ea typeface="Arial"/>
                          <a:cs typeface="Arial"/>
                          <a:sym typeface="Arial"/>
                        </a:rPr>
                        <a:t>Important: Check the template size</a:t>
                      </a:r>
                      <a:br>
                        <a:rPr lang="en-US" sz="2000" b="0" u="none" strike="noStrike" cap="none">
                          <a:solidFill>
                            <a:srgbClr val="FFC000"/>
                          </a:solidFill>
                          <a:latin typeface="Arial"/>
                          <a:ea typeface="Arial"/>
                          <a:cs typeface="Arial"/>
                          <a:sym typeface="Arial"/>
                        </a:rPr>
                      </a:br>
                      <a:r>
                        <a:rPr lang="en-US" sz="2000" b="0" u="none" strike="noStrike" cap="none">
                          <a:solidFill>
                            <a:srgbClr val="D9D9D9"/>
                          </a:solidFill>
                          <a:latin typeface="Arial"/>
                          <a:ea typeface="Arial"/>
                          <a:cs typeface="Arial"/>
                          <a:sym typeface="Arial"/>
                        </a:rPr>
                        <a:t>Before you start working on your poster and to avoid printing problems check that you have downloaded and that you are using the correct size template for your poster presentation.</a:t>
                      </a:r>
                      <a:br>
                        <a:rPr lang="en-US" sz="2000" b="0" u="none" strike="noStrike" cap="none">
                          <a:solidFill>
                            <a:srgbClr val="D9D9D9"/>
                          </a:solidFill>
                          <a:latin typeface="Arial"/>
                          <a:ea typeface="Arial"/>
                          <a:cs typeface="Arial"/>
                          <a:sym typeface="Arial"/>
                        </a:rPr>
                      </a:br>
                      <a:r>
                        <a:rPr lang="en-US" sz="2000" b="0" u="none" strike="noStrike" cap="none">
                          <a:solidFill>
                            <a:srgbClr val="D9D9D9"/>
                          </a:solidFill>
                          <a:latin typeface="Arial"/>
                          <a:ea typeface="Arial"/>
                          <a:cs typeface="Arial"/>
                          <a:sym typeface="Arial"/>
                        </a:rPr>
                        <a:t>This template can also be printed at the following sizes without distortion and without any additional formatting:</a:t>
                      </a:r>
                      <a:br>
                        <a:rPr lang="en-US" sz="2000" b="0" u="none" strike="noStrike" cap="none">
                          <a:solidFill>
                            <a:srgbClr val="D9D9D9"/>
                          </a:solidFill>
                          <a:latin typeface="Arial"/>
                          <a:ea typeface="Arial"/>
                          <a:cs typeface="Arial"/>
                          <a:sym typeface="Arial"/>
                        </a:rPr>
                      </a:br>
                      <a:r>
                        <a:rPr lang="en-US" sz="2000" b="0" u="none" strike="noStrike" cap="none">
                          <a:solidFill>
                            <a:srgbClr val="FFC000"/>
                          </a:solidFill>
                          <a:latin typeface="Arial"/>
                          <a:ea typeface="Arial"/>
                          <a:cs typeface="Arial"/>
                          <a:sym typeface="Arial"/>
                        </a:rPr>
                        <a:t>30 tall x 40 wide</a:t>
                      </a:r>
                      <a:br>
                        <a:rPr lang="en-US" sz="2000" b="0" u="none" strike="noStrike" cap="none">
                          <a:solidFill>
                            <a:srgbClr val="FFC000"/>
                          </a:solidFill>
                          <a:latin typeface="Arial"/>
                          <a:ea typeface="Arial"/>
                          <a:cs typeface="Arial"/>
                          <a:sym typeface="Arial"/>
                        </a:rPr>
                      </a:br>
                      <a:r>
                        <a:rPr lang="en-US" sz="2000" b="0" u="none" strike="noStrike" cap="none">
                          <a:solidFill>
                            <a:srgbClr val="FFC000"/>
                          </a:solidFill>
                          <a:latin typeface="Arial"/>
                          <a:ea typeface="Arial"/>
                          <a:cs typeface="Arial"/>
                          <a:sym typeface="Arial"/>
                        </a:rPr>
                        <a:t>42 tall x 56 wide</a:t>
                      </a:r>
                      <a:br>
                        <a:rPr lang="en-US" sz="2000" b="0" u="none" strike="noStrike" cap="none">
                          <a:solidFill>
                            <a:srgbClr val="FFC000"/>
                          </a:solidFill>
                          <a:latin typeface="Arial"/>
                          <a:ea typeface="Arial"/>
                          <a:cs typeface="Arial"/>
                          <a:sym typeface="Arial"/>
                        </a:rPr>
                      </a:br>
                      <a:r>
                        <a:rPr lang="en-US" sz="2000" b="0" u="none" strike="noStrike" cap="none">
                          <a:solidFill>
                            <a:srgbClr val="FFC000"/>
                          </a:solidFill>
                          <a:latin typeface="Arial"/>
                          <a:ea typeface="Arial"/>
                          <a:cs typeface="Arial"/>
                          <a:sym typeface="Arial"/>
                        </a:rPr>
                        <a:t>48 tall x 64 wide</a:t>
                      </a:r>
                      <a:endParaRPr/>
                    </a:p>
                  </a:txBody>
                  <a:tcPr marL="182875" marR="91450" marT="137150" marB="45725">
                    <a:solidFill>
                      <a:srgbClr val="010101"/>
                    </a:solidFill>
                  </a:tcPr>
                </a:tc>
                <a:extLst>
                  <a:ext uri="{0D108BD9-81ED-4DB2-BD59-A6C34878D82A}">
                    <a16:rowId xmlns:a16="http://schemas.microsoft.com/office/drawing/2014/main" val="10002"/>
                  </a:ext>
                </a:extLst>
              </a:tr>
              <a:tr h="4288700">
                <a:tc>
                  <a:txBody>
                    <a:bodyPr/>
                    <a:lstStyle/>
                    <a:p>
                      <a:pPr marL="0" marR="0" lvl="0" indent="0" algn="l" rtl="0">
                        <a:spcBef>
                          <a:spcPts val="0"/>
                        </a:spcBef>
                        <a:spcAft>
                          <a:spcPts val="0"/>
                        </a:spcAft>
                        <a:buNone/>
                      </a:pPr>
                      <a:endParaRPr sz="2000">
                        <a:solidFill>
                          <a:srgbClr val="1F3A4E"/>
                        </a:solidFill>
                      </a:endParaRPr>
                    </a:p>
                  </a:txBody>
                  <a:tcPr marL="91450" marR="91450" marT="45725" marB="45725"/>
                </a:tc>
                <a:tc>
                  <a:txBody>
                    <a:bodyPr/>
                    <a:lstStyle/>
                    <a:p>
                      <a:pPr marL="0" marR="0" lvl="0" indent="0" algn="l" rtl="0">
                        <a:spcBef>
                          <a:spcPts val="0"/>
                        </a:spcBef>
                        <a:spcAft>
                          <a:spcPts val="0"/>
                        </a:spcAft>
                        <a:buNone/>
                      </a:pPr>
                      <a:r>
                        <a:rPr lang="en-US" sz="2400" b="1">
                          <a:solidFill>
                            <a:srgbClr val="FFC000"/>
                          </a:solidFill>
                          <a:latin typeface="Arial"/>
                          <a:ea typeface="Arial"/>
                          <a:cs typeface="Arial"/>
                          <a:sym typeface="Arial"/>
                        </a:rPr>
                        <a:t>How to </a:t>
                      </a:r>
                      <a:r>
                        <a:rPr lang="en-US" sz="4000" b="1">
                          <a:solidFill>
                            <a:srgbClr val="FFC000"/>
                          </a:solidFill>
                          <a:latin typeface="Arial"/>
                          <a:ea typeface="Arial"/>
                          <a:cs typeface="Arial"/>
                          <a:sym typeface="Arial"/>
                        </a:rPr>
                        <a:t>Zoom in </a:t>
                      </a:r>
                      <a:r>
                        <a:rPr lang="en-US" sz="2400" b="1">
                          <a:solidFill>
                            <a:srgbClr val="FFC000"/>
                          </a:solidFill>
                          <a:latin typeface="Arial"/>
                          <a:ea typeface="Arial"/>
                          <a:cs typeface="Arial"/>
                          <a:sym typeface="Arial"/>
                        </a:rPr>
                        <a:t>and </a:t>
                      </a:r>
                      <a:r>
                        <a:rPr lang="en-US" sz="1800" b="1">
                          <a:solidFill>
                            <a:srgbClr val="FFC000"/>
                          </a:solidFill>
                          <a:latin typeface="Arial"/>
                          <a:ea typeface="Arial"/>
                          <a:cs typeface="Arial"/>
                          <a:sym typeface="Arial"/>
                        </a:rPr>
                        <a:t>out</a:t>
                      </a:r>
                      <a:endParaRPr sz="2400" b="1">
                        <a:solidFill>
                          <a:srgbClr val="FFC000"/>
                        </a:solidFill>
                        <a:latin typeface="Arial"/>
                        <a:ea typeface="Arial"/>
                        <a:cs typeface="Arial"/>
                        <a:sym typeface="Arial"/>
                      </a:endParaRPr>
                    </a:p>
                    <a:p>
                      <a:pPr marL="0" marR="0" lvl="0" indent="0" algn="l" rtl="0">
                        <a:spcBef>
                          <a:spcPts val="0"/>
                        </a:spcBef>
                        <a:spcAft>
                          <a:spcPts val="0"/>
                        </a:spcAft>
                        <a:buNone/>
                      </a:pPr>
                      <a:r>
                        <a:rPr lang="en-US" sz="2000" b="0">
                          <a:solidFill>
                            <a:srgbClr val="D9D9D9"/>
                          </a:solidFill>
                          <a:latin typeface="Arial"/>
                          <a:ea typeface="Arial"/>
                          <a:cs typeface="Arial"/>
                          <a:sym typeface="Arial"/>
                        </a:rPr>
                        <a:t>Use the PowerPoint zoom tool to adjust the screen magnification to view comfortably. PowerPoint provides 2 ways to zoom: </a:t>
                      </a:r>
                      <a:br>
                        <a:rPr lang="en-US" sz="2000" b="0">
                          <a:solidFill>
                            <a:srgbClr val="D9D9D9"/>
                          </a:solidFill>
                          <a:latin typeface="Arial"/>
                          <a:ea typeface="Arial"/>
                          <a:cs typeface="Arial"/>
                          <a:sym typeface="Arial"/>
                        </a:rPr>
                      </a:br>
                      <a:r>
                        <a:rPr lang="en-US" sz="2000" b="0">
                          <a:solidFill>
                            <a:srgbClr val="FFC000"/>
                          </a:solidFill>
                          <a:latin typeface="Arial"/>
                          <a:ea typeface="Arial"/>
                          <a:cs typeface="Arial"/>
                          <a:sym typeface="Arial"/>
                        </a:rPr>
                        <a:t>1. </a:t>
                      </a:r>
                      <a:r>
                        <a:rPr lang="en-US" sz="2000" b="0">
                          <a:solidFill>
                            <a:srgbClr val="D9D9D9"/>
                          </a:solidFill>
                          <a:latin typeface="Arial"/>
                          <a:ea typeface="Arial"/>
                          <a:cs typeface="Arial"/>
                          <a:sym typeface="Arial"/>
                        </a:rPr>
                        <a:t>On the top menu bar click on the VIEW tab and then click on ZOOM. Choose the zoom percentage that works best for you. </a:t>
                      </a:r>
                      <a:br>
                        <a:rPr lang="en-US" sz="2000" b="0">
                          <a:solidFill>
                            <a:srgbClr val="D9D9D9"/>
                          </a:solidFill>
                          <a:latin typeface="Arial"/>
                          <a:ea typeface="Arial"/>
                          <a:cs typeface="Arial"/>
                          <a:sym typeface="Arial"/>
                        </a:rPr>
                      </a:br>
                      <a:r>
                        <a:rPr lang="en-US" sz="2000" b="0">
                          <a:solidFill>
                            <a:srgbClr val="FFC000"/>
                          </a:solidFill>
                          <a:latin typeface="Arial"/>
                          <a:ea typeface="Arial"/>
                          <a:cs typeface="Arial"/>
                          <a:sym typeface="Arial"/>
                        </a:rPr>
                        <a:t>2. </a:t>
                      </a:r>
                      <a:r>
                        <a:rPr lang="en-US" sz="2000" b="0">
                          <a:solidFill>
                            <a:srgbClr val="D9D9D9"/>
                          </a:solidFill>
                          <a:latin typeface="Arial"/>
                          <a:ea typeface="Arial"/>
                          <a:cs typeface="Arial"/>
                          <a:sym typeface="Arial"/>
                        </a:rPr>
                        <a:t>For better zoom flexibility, use the zoom slider at the bottom right of the window.</a:t>
                      </a:r>
                      <a:endParaRPr/>
                    </a:p>
                  </a:txBody>
                  <a:tcPr marL="182875" marR="91450" marT="137150" marB="45725">
                    <a:solidFill>
                      <a:srgbClr val="010101"/>
                    </a:solidFill>
                  </a:tcPr>
                </a:tc>
                <a:extLst>
                  <a:ext uri="{0D108BD9-81ED-4DB2-BD59-A6C34878D82A}">
                    <a16:rowId xmlns:a16="http://schemas.microsoft.com/office/drawing/2014/main" val="10003"/>
                  </a:ext>
                </a:extLst>
              </a:tr>
              <a:tr h="1800525">
                <a:tc gridSpan="2">
                  <a:txBody>
                    <a:bodyPr/>
                    <a:lstStyle/>
                    <a:p>
                      <a:pPr marL="0" marR="0" lvl="0" indent="0" algn="l" rtl="0">
                        <a:lnSpc>
                          <a:spcPct val="100000"/>
                        </a:lnSpc>
                        <a:spcBef>
                          <a:spcPts val="0"/>
                        </a:spcBef>
                        <a:spcAft>
                          <a:spcPts val="0"/>
                        </a:spcAft>
                        <a:buClr>
                          <a:srgbClr val="FFC000"/>
                        </a:buClr>
                        <a:buSzPts val="2400"/>
                        <a:buFont typeface="Arial"/>
                        <a:buNone/>
                      </a:pPr>
                      <a:r>
                        <a:rPr lang="en-US" sz="2400" b="1">
                          <a:solidFill>
                            <a:srgbClr val="FFC000"/>
                          </a:solidFill>
                          <a:latin typeface="Arial"/>
                          <a:ea typeface="Arial"/>
                          <a:cs typeface="Arial"/>
                          <a:sym typeface="Arial"/>
                        </a:rPr>
                        <a:t>Ruler and Guides</a:t>
                      </a:r>
                      <a:br>
                        <a:rPr lang="en-US" sz="2000" b="0">
                          <a:solidFill>
                            <a:srgbClr val="FFC000"/>
                          </a:solidFill>
                          <a:latin typeface="Arial"/>
                          <a:ea typeface="Arial"/>
                          <a:cs typeface="Arial"/>
                          <a:sym typeface="Arial"/>
                        </a:rPr>
                      </a:br>
                      <a:r>
                        <a:rPr lang="en-US" sz="2000" b="0">
                          <a:solidFill>
                            <a:srgbClr val="D9D9D9"/>
                          </a:solidFill>
                          <a:latin typeface="Arial"/>
                          <a:ea typeface="Arial"/>
                          <a:cs typeface="Arial"/>
                          <a:sym typeface="Arial"/>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endParaRPr/>
                    </a:p>
                  </a:txBody>
                  <a:tcPr marL="91450" marR="91450" marT="45725" marB="45725">
                    <a:solidFill>
                      <a:srgbClr val="010101"/>
                    </a:solidFill>
                  </a:tcPr>
                </a:tc>
                <a:tc hMerge="1">
                  <a:txBody>
                    <a:bodyPr/>
                    <a:lstStyle/>
                    <a:p>
                      <a:endParaRPr lang="en-US"/>
                    </a:p>
                  </a:txBody>
                  <a:tcPr/>
                </a:tc>
                <a:extLst>
                  <a:ext uri="{0D108BD9-81ED-4DB2-BD59-A6C34878D82A}">
                    <a16:rowId xmlns:a16="http://schemas.microsoft.com/office/drawing/2014/main" val="10004"/>
                  </a:ext>
                </a:extLst>
              </a:tr>
              <a:tr h="3824350">
                <a:tc>
                  <a:txBody>
                    <a:bodyPr/>
                    <a:lstStyle/>
                    <a:p>
                      <a:pPr marL="0" marR="0" lvl="0" indent="0" algn="l" rtl="0">
                        <a:spcBef>
                          <a:spcPts val="0"/>
                        </a:spcBef>
                        <a:spcAft>
                          <a:spcPts val="0"/>
                        </a:spcAft>
                        <a:buNone/>
                      </a:pPr>
                      <a:endParaRPr sz="2000">
                        <a:solidFill>
                          <a:srgbClr val="1F3A4E"/>
                        </a:solidFill>
                      </a:endParaRPr>
                    </a:p>
                  </a:txBody>
                  <a:tcPr marL="91450" marR="91450" marT="45725" marB="45725"/>
                </a:tc>
                <a:tc>
                  <a:txBody>
                    <a:bodyPr/>
                    <a:lstStyle/>
                    <a:p>
                      <a:pPr marL="0" marR="0" lvl="1" indent="0" algn="l" rtl="0">
                        <a:spcBef>
                          <a:spcPts val="0"/>
                        </a:spcBef>
                        <a:spcAft>
                          <a:spcPts val="0"/>
                        </a:spcAft>
                        <a:buNone/>
                      </a:pPr>
                      <a:r>
                        <a:rPr lang="en-US" sz="2400" b="1" u="none" strike="noStrike" cap="none">
                          <a:solidFill>
                            <a:srgbClr val="FFC000"/>
                          </a:solidFill>
                          <a:latin typeface="Arial"/>
                          <a:ea typeface="Arial"/>
                          <a:cs typeface="Arial"/>
                          <a:sym typeface="Arial"/>
                        </a:rPr>
                        <a:t>Headers and text containers</a:t>
                      </a:r>
                      <a:br>
                        <a:rPr lang="en-US" sz="2000" b="0" u="none" strike="noStrike" cap="none">
                          <a:solidFill>
                            <a:schemeClr val="lt1"/>
                          </a:solidFill>
                          <a:latin typeface="Arial"/>
                          <a:ea typeface="Arial"/>
                          <a:cs typeface="Arial"/>
                          <a:sym typeface="Arial"/>
                        </a:rPr>
                      </a:br>
                      <a:r>
                        <a:rPr lang="en-US" sz="2000" b="0" u="none" strike="noStrike" cap="none">
                          <a:solidFill>
                            <a:srgbClr val="D9D9D9"/>
                          </a:solidFill>
                          <a:latin typeface="Arial"/>
                          <a:ea typeface="Arial"/>
                          <a:cs typeface="Arial"/>
                          <a:sym typeface="Arial"/>
                        </a:rPr>
                        <a:t>Included in this template are commonly used section headers such as Abstract, Objectives, Methods, Results, etc. </a:t>
                      </a:r>
                      <a:br>
                        <a:rPr lang="en-US" sz="2000" b="0" u="none" strike="noStrike" cap="none">
                          <a:solidFill>
                            <a:schemeClr val="lt1"/>
                          </a:solidFill>
                          <a:latin typeface="Arial"/>
                          <a:ea typeface="Arial"/>
                          <a:cs typeface="Arial"/>
                          <a:sym typeface="Arial"/>
                        </a:rPr>
                      </a:br>
                      <a:r>
                        <a:rPr lang="en-US" sz="2000" b="0" u="none" strike="noStrike" cap="none">
                          <a:solidFill>
                            <a:srgbClr val="FFC000"/>
                          </a:solidFill>
                          <a:latin typeface="Arial"/>
                          <a:ea typeface="Arial"/>
                          <a:cs typeface="Arial"/>
                          <a:sym typeface="Arial"/>
                        </a:rPr>
                        <a:t>-</a:t>
                      </a:r>
                      <a:r>
                        <a:rPr lang="en-US" sz="2000" b="0" u="none" strike="noStrike" cap="none">
                          <a:solidFill>
                            <a:schemeClr val="lt1"/>
                          </a:solidFill>
                          <a:latin typeface="Arial"/>
                          <a:ea typeface="Arial"/>
                          <a:cs typeface="Arial"/>
                          <a:sym typeface="Arial"/>
                        </a:rPr>
                        <a:t> </a:t>
                      </a:r>
                      <a:r>
                        <a:rPr lang="en-US" sz="2000" b="0" u="none" strike="noStrike" cap="none">
                          <a:solidFill>
                            <a:srgbClr val="D9D9D9"/>
                          </a:solidFill>
                          <a:latin typeface="Arial"/>
                          <a:ea typeface="Arial"/>
                          <a:cs typeface="Arial"/>
                          <a:sym typeface="Arial"/>
                        </a:rPr>
                        <a:t>Click inside a section header to add its text. </a:t>
                      </a:r>
                      <a:br>
                        <a:rPr lang="en-US" sz="2000" b="0" u="none" strike="noStrike" cap="none">
                          <a:solidFill>
                            <a:schemeClr val="lt1"/>
                          </a:solidFill>
                          <a:latin typeface="Arial"/>
                          <a:ea typeface="Arial"/>
                          <a:cs typeface="Arial"/>
                          <a:sym typeface="Arial"/>
                        </a:rPr>
                      </a:br>
                      <a:r>
                        <a:rPr lang="en-US" sz="2000" b="0" u="none" strike="noStrike" cap="none">
                          <a:solidFill>
                            <a:srgbClr val="FFC000"/>
                          </a:solidFill>
                          <a:latin typeface="Arial"/>
                          <a:ea typeface="Arial"/>
                          <a:cs typeface="Arial"/>
                          <a:sym typeface="Arial"/>
                        </a:rPr>
                        <a:t>-</a:t>
                      </a:r>
                      <a:r>
                        <a:rPr lang="en-US" sz="2000" b="0" u="none" strike="noStrike" cap="none">
                          <a:solidFill>
                            <a:schemeClr val="lt1"/>
                          </a:solidFill>
                          <a:latin typeface="Arial"/>
                          <a:ea typeface="Arial"/>
                          <a:cs typeface="Arial"/>
                          <a:sym typeface="Arial"/>
                        </a:rPr>
                        <a:t> </a:t>
                      </a:r>
                      <a:r>
                        <a:rPr lang="en-US" sz="2000" b="0" u="none" strike="noStrike" cap="none">
                          <a:solidFill>
                            <a:srgbClr val="D9D9D9"/>
                          </a:solidFill>
                          <a:latin typeface="Arial"/>
                          <a:ea typeface="Arial"/>
                          <a:cs typeface="Arial"/>
                          <a:sym typeface="Arial"/>
                        </a:rPr>
                        <a:t>To add another header, click on edge of the section box so that it is outlined. Copy and paste it. </a:t>
                      </a:r>
                      <a:br>
                        <a:rPr lang="en-US" sz="2000" b="0" u="none" strike="noStrike" cap="none">
                          <a:solidFill>
                            <a:schemeClr val="lt1"/>
                          </a:solidFill>
                          <a:latin typeface="Arial"/>
                          <a:ea typeface="Arial"/>
                          <a:cs typeface="Arial"/>
                          <a:sym typeface="Arial"/>
                        </a:rPr>
                      </a:br>
                      <a:r>
                        <a:rPr lang="en-US" sz="2000" b="0" u="none" strike="noStrike" cap="none">
                          <a:solidFill>
                            <a:srgbClr val="FFC000"/>
                          </a:solidFill>
                          <a:latin typeface="Arial"/>
                          <a:ea typeface="Arial"/>
                          <a:cs typeface="Arial"/>
                          <a:sym typeface="Arial"/>
                        </a:rPr>
                        <a:t>-</a:t>
                      </a:r>
                      <a:r>
                        <a:rPr lang="en-US" sz="2000" b="0" u="none" strike="noStrike" cap="none">
                          <a:solidFill>
                            <a:schemeClr val="lt1"/>
                          </a:solidFill>
                          <a:latin typeface="Arial"/>
                          <a:ea typeface="Arial"/>
                          <a:cs typeface="Arial"/>
                          <a:sym typeface="Arial"/>
                        </a:rPr>
                        <a:t> </a:t>
                      </a:r>
                      <a:r>
                        <a:rPr lang="en-US" sz="2000" b="0" u="none" strike="noStrike" cap="none">
                          <a:solidFill>
                            <a:srgbClr val="D9D9D9"/>
                          </a:solidFill>
                          <a:latin typeface="Arial"/>
                          <a:ea typeface="Arial"/>
                          <a:cs typeface="Arial"/>
                          <a:sym typeface="Arial"/>
                        </a:rPr>
                        <a:t>To increase its size, click on the white circles and expand to the the desired size.</a:t>
                      </a:r>
                      <a:endParaRPr/>
                    </a:p>
                  </a:txBody>
                  <a:tcPr marL="182875" marR="91450" marT="137150" marB="45725">
                    <a:solidFill>
                      <a:srgbClr val="010101"/>
                    </a:solidFill>
                  </a:tcPr>
                </a:tc>
                <a:extLst>
                  <a:ext uri="{0D108BD9-81ED-4DB2-BD59-A6C34878D82A}">
                    <a16:rowId xmlns:a16="http://schemas.microsoft.com/office/drawing/2014/main" val="10005"/>
                  </a:ext>
                </a:extLst>
              </a:tr>
              <a:tr h="3519125">
                <a:tc gridSpan="2">
                  <a:txBody>
                    <a:bodyPr/>
                    <a:lstStyle/>
                    <a:p>
                      <a:pPr marL="0" marR="0" lvl="0" indent="0" algn="l" rtl="0">
                        <a:spcBef>
                          <a:spcPts val="0"/>
                        </a:spcBef>
                        <a:spcAft>
                          <a:spcPts val="0"/>
                        </a:spcAft>
                        <a:buNone/>
                      </a:pPr>
                      <a:r>
                        <a:rPr lang="en-US" sz="2400" b="1">
                          <a:solidFill>
                            <a:srgbClr val="FFC000"/>
                          </a:solidFill>
                          <a:latin typeface="Arial"/>
                          <a:ea typeface="Arial"/>
                          <a:cs typeface="Arial"/>
                          <a:sym typeface="Arial"/>
                        </a:rPr>
                        <a:t>Adding content to the poster</a:t>
                      </a:r>
                      <a:endParaRPr/>
                    </a:p>
                    <a:p>
                      <a:pPr marL="0" marR="0" lvl="0" indent="0" algn="l" rtl="0">
                        <a:spcBef>
                          <a:spcPts val="0"/>
                        </a:spcBef>
                        <a:spcAft>
                          <a:spcPts val="0"/>
                        </a:spcAft>
                        <a:buNone/>
                      </a:pPr>
                      <a:r>
                        <a:rPr lang="en-US" sz="2000">
                          <a:solidFill>
                            <a:srgbClr val="D9D9D9"/>
                          </a:solidFill>
                          <a:latin typeface="Arial"/>
                          <a:ea typeface="Arial"/>
                          <a:cs typeface="Arial"/>
                          <a:sym typeface="Arial"/>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endParaRPr/>
                    </a:p>
                    <a:p>
                      <a:pPr marL="342900" marR="0" lvl="0" indent="-342900" algn="l" rtl="0">
                        <a:spcBef>
                          <a:spcPts val="0"/>
                        </a:spcBef>
                        <a:spcAft>
                          <a:spcPts val="0"/>
                        </a:spcAft>
                        <a:buClr>
                          <a:srgbClr val="D9D9D9"/>
                        </a:buClr>
                        <a:buSzPts val="2000"/>
                        <a:buFont typeface="Arial"/>
                        <a:buChar char="-"/>
                      </a:pPr>
                      <a:r>
                        <a:rPr lang="en-US" sz="2000">
                          <a:solidFill>
                            <a:srgbClr val="D9D9D9"/>
                          </a:solidFill>
                          <a:latin typeface="Arial"/>
                          <a:ea typeface="Arial"/>
                          <a:cs typeface="Arial"/>
                          <a:sym typeface="Arial"/>
                        </a:rPr>
                        <a:t>If you run out of room, try to reduce the size of your fonts and/or the size of your graphics. If there is a lot of empty space try to increase your font sizes and the size of your graphics. The font used for references can be smaller.</a:t>
                      </a:r>
                      <a:endParaRPr sz="2000">
                        <a:solidFill>
                          <a:srgbClr val="D9D9D9"/>
                        </a:solidFill>
                        <a:latin typeface="Arial"/>
                        <a:ea typeface="Arial"/>
                        <a:cs typeface="Arial"/>
                        <a:sym typeface="Arial"/>
                      </a:endParaRPr>
                    </a:p>
                  </a:txBody>
                  <a:tcPr marL="91450" marR="91450" marT="45725" marB="45725">
                    <a:solidFill>
                      <a:srgbClr val="010101"/>
                    </a:solidFill>
                  </a:tcPr>
                </a:tc>
                <a:tc hMerge="1">
                  <a:txBody>
                    <a:bodyPr/>
                    <a:lstStyle/>
                    <a:p>
                      <a:endParaRPr lang="en-US"/>
                    </a:p>
                  </a:txBody>
                  <a:tcPr/>
                </a:tc>
                <a:extLst>
                  <a:ext uri="{0D108BD9-81ED-4DB2-BD59-A6C34878D82A}">
                    <a16:rowId xmlns:a16="http://schemas.microsoft.com/office/drawing/2014/main" val="10006"/>
                  </a:ext>
                </a:extLst>
              </a:tr>
              <a:tr h="2377650">
                <a:tc gridSpan="2">
                  <a:txBody>
                    <a:bodyPr/>
                    <a:lstStyle/>
                    <a:p>
                      <a:pPr marL="0" marR="0" lvl="0" indent="0" algn="l" rtl="0">
                        <a:lnSpc>
                          <a:spcPct val="100000"/>
                        </a:lnSpc>
                        <a:spcBef>
                          <a:spcPts val="0"/>
                        </a:spcBef>
                        <a:spcAft>
                          <a:spcPts val="0"/>
                        </a:spcAft>
                        <a:buClr>
                          <a:srgbClr val="FFC000"/>
                        </a:buClr>
                        <a:buSzPts val="2400"/>
                        <a:buFont typeface="Arial"/>
                        <a:buNone/>
                      </a:pPr>
                      <a:r>
                        <a:rPr lang="en-US" sz="2400" b="1">
                          <a:solidFill>
                            <a:srgbClr val="FFC000"/>
                          </a:solidFill>
                          <a:latin typeface="Arial"/>
                          <a:ea typeface="Arial"/>
                          <a:cs typeface="Arial"/>
                          <a:sym typeface="Arial"/>
                        </a:rPr>
                        <a:t>Photos</a:t>
                      </a:r>
                      <a:endParaRPr/>
                    </a:p>
                    <a:p>
                      <a:pPr marL="0" marR="0" lvl="0" indent="0" algn="l" rtl="0">
                        <a:lnSpc>
                          <a:spcPct val="100000"/>
                        </a:lnSpc>
                        <a:spcBef>
                          <a:spcPts val="0"/>
                        </a:spcBef>
                        <a:spcAft>
                          <a:spcPts val="0"/>
                        </a:spcAft>
                        <a:buClr>
                          <a:srgbClr val="D9D9D9"/>
                        </a:buClr>
                        <a:buSzPts val="2000"/>
                        <a:buFont typeface="Arial"/>
                        <a:buNone/>
                      </a:pPr>
                      <a:r>
                        <a:rPr lang="en-US" sz="2000" b="0" i="0" u="none" strike="noStrike" cap="none">
                          <a:solidFill>
                            <a:srgbClr val="D9D9D9"/>
                          </a:solidFill>
                          <a:latin typeface="Arial"/>
                          <a:ea typeface="Arial"/>
                          <a:cs typeface="Arial"/>
                          <a:sym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endParaRPr/>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7"/>
                  </a:ext>
                </a:extLst>
              </a:tr>
              <a:tr h="2293175">
                <a:tc gridSpan="2">
                  <a:txBody>
                    <a:bodyPr/>
                    <a:lstStyle/>
                    <a:p>
                      <a:pPr marL="0" marR="0" lvl="0" indent="0" algn="l" rtl="0">
                        <a:spcBef>
                          <a:spcPts val="0"/>
                        </a:spcBef>
                        <a:spcAft>
                          <a:spcPts val="0"/>
                        </a:spcAft>
                        <a:buNone/>
                      </a:pPr>
                      <a:endParaRPr sz="2000">
                        <a:solidFill>
                          <a:schemeClr val="lt1"/>
                        </a:solidFill>
                        <a:latin typeface="Arial"/>
                        <a:ea typeface="Arial"/>
                        <a:cs typeface="Arial"/>
                        <a:sym typeface="Arial"/>
                      </a:endParaRPr>
                    </a:p>
                  </a:txBody>
                  <a:tcPr marL="182875" marR="91450" marT="137150" marB="45725"/>
                </a:tc>
                <a:tc hMerge="1">
                  <a:txBody>
                    <a:bodyPr/>
                    <a:lstStyle/>
                    <a:p>
                      <a:endParaRPr lang="en-US"/>
                    </a:p>
                  </a:txBody>
                  <a:tcPr/>
                </a:tc>
                <a:extLst>
                  <a:ext uri="{0D108BD9-81ED-4DB2-BD59-A6C34878D82A}">
                    <a16:rowId xmlns:a16="http://schemas.microsoft.com/office/drawing/2014/main" val="10008"/>
                  </a:ext>
                </a:extLst>
              </a:tr>
              <a:tr h="1280275">
                <a:tc gridSpan="2">
                  <a:txBody>
                    <a:bodyPr/>
                    <a:lstStyle/>
                    <a:p>
                      <a:pPr marL="0" marR="0" lvl="0" indent="0" algn="l" rtl="0">
                        <a:lnSpc>
                          <a:spcPct val="100000"/>
                        </a:lnSpc>
                        <a:spcBef>
                          <a:spcPts val="0"/>
                        </a:spcBef>
                        <a:spcAft>
                          <a:spcPts val="0"/>
                        </a:spcAft>
                        <a:buClr>
                          <a:srgbClr val="FFC000"/>
                        </a:buClr>
                        <a:buSzPts val="2400"/>
                        <a:buFont typeface="Arial"/>
                        <a:buNone/>
                      </a:pPr>
                      <a:r>
                        <a:rPr lang="en-US" sz="2400" b="1">
                          <a:solidFill>
                            <a:srgbClr val="FFC000"/>
                          </a:solidFill>
                          <a:latin typeface="Arial"/>
                          <a:ea typeface="Arial"/>
                          <a:cs typeface="Arial"/>
                          <a:sym typeface="Arial"/>
                        </a:rPr>
                        <a:t>Quality check your graphics</a:t>
                      </a:r>
                      <a:endParaRPr/>
                    </a:p>
                    <a:p>
                      <a:pPr marL="0" marR="0" lvl="0" indent="0" algn="l" rtl="0">
                        <a:lnSpc>
                          <a:spcPct val="100000"/>
                        </a:lnSpc>
                        <a:spcBef>
                          <a:spcPts val="0"/>
                        </a:spcBef>
                        <a:spcAft>
                          <a:spcPts val="0"/>
                        </a:spcAft>
                        <a:buClr>
                          <a:srgbClr val="D9D9D9"/>
                        </a:buClr>
                        <a:buSzPts val="2000"/>
                        <a:buFont typeface="Arial"/>
                        <a:buNone/>
                      </a:pPr>
                      <a:r>
                        <a:rPr lang="en-US" sz="2000">
                          <a:solidFill>
                            <a:srgbClr val="D9D9D9"/>
                          </a:solidFill>
                          <a:latin typeface="Arial"/>
                          <a:ea typeface="Arial"/>
                          <a:cs typeface="Arial"/>
                          <a:sym typeface="Arial"/>
                        </a:rPr>
                        <a:t>Zoom in and look at your images at 100%-200% magnification. If they look clear, they will print well. </a:t>
                      </a:r>
                      <a:endParaRPr/>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9"/>
                  </a:ext>
                </a:extLst>
              </a:tr>
              <a:tr h="3187275">
                <a:tc gridSpan="2">
                  <a:txBody>
                    <a:bodyPr/>
                    <a:lstStyle/>
                    <a:p>
                      <a:pPr marL="0" marR="0" lvl="0" indent="0" algn="l" rtl="0">
                        <a:lnSpc>
                          <a:spcPct val="100000"/>
                        </a:lnSpc>
                        <a:spcBef>
                          <a:spcPts val="0"/>
                        </a:spcBef>
                        <a:spcAft>
                          <a:spcPts val="0"/>
                        </a:spcAft>
                        <a:buClr>
                          <a:schemeClr val="dk1"/>
                        </a:buClr>
                        <a:buSzPts val="2000"/>
                        <a:buFont typeface="Calibri"/>
                        <a:buNone/>
                      </a:pPr>
                      <a:endParaRPr sz="2000">
                        <a:solidFill>
                          <a:schemeClr val="lt1"/>
                        </a:solidFill>
                        <a:latin typeface="Arial"/>
                        <a:ea typeface="Arial"/>
                        <a:cs typeface="Arial"/>
                        <a:sym typeface="Arial"/>
                      </a:endParaRPr>
                    </a:p>
                  </a:txBody>
                  <a:tcPr marL="182875" marR="91450" marT="137150" marB="45725"/>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6" name="Google Shape;16;p2"/>
          <p:cNvGraphicFramePr/>
          <p:nvPr/>
        </p:nvGraphicFramePr>
        <p:xfrm>
          <a:off x="44695229" y="-84749"/>
          <a:ext cx="9430175" cy="33075050"/>
        </p:xfrm>
        <a:graphic>
          <a:graphicData uri="http://schemas.openxmlformats.org/drawingml/2006/table">
            <a:tbl>
              <a:tblPr firstRow="1" bandRow="1">
                <a:noFill/>
                <a:tableStyleId>{31ADC03B-971A-4465-824B-B061728AB08D}</a:tableStyleId>
              </a:tblPr>
              <a:tblGrid>
                <a:gridCol w="3343825">
                  <a:extLst>
                    <a:ext uri="{9D8B030D-6E8A-4147-A177-3AD203B41FA5}">
                      <a16:colId xmlns:a16="http://schemas.microsoft.com/office/drawing/2014/main" val="20000"/>
                    </a:ext>
                  </a:extLst>
                </a:gridCol>
                <a:gridCol w="1381550">
                  <a:extLst>
                    <a:ext uri="{9D8B030D-6E8A-4147-A177-3AD203B41FA5}">
                      <a16:colId xmlns:a16="http://schemas.microsoft.com/office/drawing/2014/main" val="20001"/>
                    </a:ext>
                  </a:extLst>
                </a:gridCol>
                <a:gridCol w="4704800">
                  <a:extLst>
                    <a:ext uri="{9D8B030D-6E8A-4147-A177-3AD203B41FA5}">
                      <a16:colId xmlns:a16="http://schemas.microsoft.com/office/drawing/2014/main" val="20002"/>
                    </a:ext>
                  </a:extLst>
                </a:gridCol>
              </a:tblGrid>
              <a:tr h="1756425">
                <a:tc gridSpan="3">
                  <a:txBody>
                    <a:bodyPr/>
                    <a:lstStyle/>
                    <a:p>
                      <a:pPr marL="0" marR="0" lvl="0" indent="0" algn="ctr" rtl="0">
                        <a:lnSpc>
                          <a:spcPct val="100000"/>
                        </a:lnSpc>
                        <a:spcBef>
                          <a:spcPts val="0"/>
                        </a:spcBef>
                        <a:spcAft>
                          <a:spcPts val="0"/>
                        </a:spcAft>
                        <a:buClr>
                          <a:srgbClr val="1F3A4E"/>
                        </a:buClr>
                        <a:buSzPts val="4000"/>
                        <a:buFont typeface="Arial Black"/>
                        <a:buNone/>
                      </a:pPr>
                      <a:r>
                        <a:rPr lang="en-US" sz="4000" b="0">
                          <a:solidFill>
                            <a:srgbClr val="1F3A4E"/>
                          </a:solidFill>
                          <a:latin typeface="Arial Black"/>
                          <a:ea typeface="Arial Black"/>
                          <a:cs typeface="Arial Black"/>
                          <a:sym typeface="Arial Black"/>
                        </a:rPr>
                        <a:t>QUICK START GUIDE</a:t>
                      </a:r>
                      <a:br>
                        <a:rPr lang="en-US" sz="4000" b="0">
                          <a:solidFill>
                            <a:srgbClr val="1F3A4E"/>
                          </a:solidFill>
                          <a:latin typeface="Arial Black"/>
                          <a:ea typeface="Arial Black"/>
                          <a:cs typeface="Arial Black"/>
                          <a:sym typeface="Arial Black"/>
                        </a:rPr>
                      </a:br>
                      <a:r>
                        <a:rPr lang="en-US" sz="3200" b="1">
                          <a:solidFill>
                            <a:srgbClr val="FF0000"/>
                          </a:solidFill>
                          <a:latin typeface="Trebuchet MS"/>
                          <a:ea typeface="Trebuchet MS"/>
                          <a:cs typeface="Trebuchet MS"/>
                          <a:sym typeface="Trebuchet MS"/>
                        </a:rPr>
                        <a:t>(THIS SIDEBAR WILL NOT PRINT)</a:t>
                      </a:r>
                      <a:endParaRPr sz="4000" b="1">
                        <a:solidFill>
                          <a:schemeClr val="lt1"/>
                        </a:solidFill>
                        <a:latin typeface="Trebuchet MS"/>
                        <a:ea typeface="Trebuchet MS"/>
                        <a:cs typeface="Trebuchet MS"/>
                        <a:sym typeface="Trebuchet MS"/>
                      </a:endParaRPr>
                    </a:p>
                  </a:txBody>
                  <a:tcPr marL="182875" marR="91450" marT="137150" marB="45725">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0">
                <a:tc gridSpan="3">
                  <a:txBody>
                    <a:bodyPr/>
                    <a:lstStyle/>
                    <a:p>
                      <a:pPr marL="0" marR="0" lvl="0" indent="0" algn="l" rtl="0">
                        <a:spcBef>
                          <a:spcPts val="0"/>
                        </a:spcBef>
                        <a:spcAft>
                          <a:spcPts val="0"/>
                        </a:spcAft>
                        <a:buNone/>
                      </a:pPr>
                      <a:r>
                        <a:rPr lang="en-US" sz="2800" b="1">
                          <a:solidFill>
                            <a:srgbClr val="FFC000"/>
                          </a:solidFill>
                          <a:latin typeface="Arial"/>
                          <a:ea typeface="Arial"/>
                          <a:cs typeface="Arial"/>
                          <a:sym typeface="Arial"/>
                        </a:rPr>
                        <a:t>How to change the template colors</a:t>
                      </a:r>
                      <a:endParaRPr/>
                    </a:p>
                    <a:p>
                      <a:pPr marL="0" marR="0" lvl="0" indent="0" algn="l" rtl="0">
                        <a:spcBef>
                          <a:spcPts val="0"/>
                        </a:spcBef>
                        <a:spcAft>
                          <a:spcPts val="0"/>
                        </a:spcAft>
                        <a:buNone/>
                      </a:pPr>
                      <a:r>
                        <a:rPr lang="en-US" sz="2400" b="0">
                          <a:solidFill>
                            <a:srgbClr val="D9D9D9"/>
                          </a:solidFill>
                          <a:latin typeface="Arial"/>
                          <a:ea typeface="Arial"/>
                          <a:cs typeface="Arial"/>
                          <a:sym typeface="Arial"/>
                        </a:rPr>
                        <a:t>You can change the overall template color theme by clicking on the COLORS dropdown menu under the DESIGN tab. You can see a tutorial here: </a:t>
                      </a:r>
                      <a:r>
                        <a:rPr lang="en-US" sz="2400" u="sng">
                          <a:solidFill>
                            <a:srgbClr val="FFC000"/>
                          </a:solidFill>
                          <a:hlinkClick r:id="rId3">
                            <a:extLst>
                              <a:ext uri="{A12FA001-AC4F-418D-AE19-62706E023703}">
                                <ahyp:hlinkClr xmlns:ahyp="http://schemas.microsoft.com/office/drawing/2018/hyperlinkcolor" val="tx"/>
                              </a:ext>
                            </a:extLst>
                          </a:hlinkClick>
                        </a:rPr>
                        <a:t>https://www.posterpresentations.com/how-to-change-the-research-poster-template-colors.html</a:t>
                      </a:r>
                      <a:endParaRPr sz="2400">
                        <a:solidFill>
                          <a:srgbClr val="FFC000"/>
                        </a:solidFill>
                      </a:endParaRPr>
                    </a:p>
                    <a:p>
                      <a:pPr marL="0" marR="0" lvl="0" indent="0" algn="l" rtl="0">
                        <a:spcBef>
                          <a:spcPts val="0"/>
                        </a:spcBef>
                        <a:spcAft>
                          <a:spcPts val="0"/>
                        </a:spcAft>
                        <a:buNone/>
                      </a:pPr>
                      <a:endParaRPr sz="2400" b="0">
                        <a:solidFill>
                          <a:srgbClr val="D9D9D9"/>
                        </a:solidFill>
                        <a:latin typeface="Arial"/>
                        <a:ea typeface="Arial"/>
                        <a:cs typeface="Arial"/>
                        <a:sym typeface="Arial"/>
                      </a:endParaRPr>
                    </a:p>
                    <a:p>
                      <a:pPr marL="0" marR="0" lvl="0" indent="0" algn="l" rtl="0">
                        <a:spcBef>
                          <a:spcPts val="0"/>
                        </a:spcBef>
                        <a:spcAft>
                          <a:spcPts val="0"/>
                        </a:spcAft>
                        <a:buNone/>
                      </a:pPr>
                      <a:r>
                        <a:rPr lang="en-US" sz="2400" b="0">
                          <a:solidFill>
                            <a:srgbClr val="D9D9D9"/>
                          </a:solidFill>
                          <a:latin typeface="Arial"/>
                          <a:ea typeface="Arial"/>
                          <a:cs typeface="Arial"/>
                          <a:sym typeface="Arial"/>
                        </a:rPr>
                        <a:t>You can also manually change the color of individual elements by going to VIEW &gt; SLIDE MASTER. On the left side of your screen select the background master where you can change the template background, column sizes, etc. </a:t>
                      </a:r>
                      <a:endParaRPr/>
                    </a:p>
                    <a:p>
                      <a:pPr marL="0" marR="0" lvl="0" indent="0" algn="l" rtl="0">
                        <a:spcBef>
                          <a:spcPts val="0"/>
                        </a:spcBef>
                        <a:spcAft>
                          <a:spcPts val="0"/>
                        </a:spcAft>
                        <a:buNone/>
                      </a:pPr>
                      <a:endParaRPr sz="2400" b="0">
                        <a:solidFill>
                          <a:srgbClr val="D9D9D9"/>
                        </a:solidFill>
                        <a:latin typeface="Arial"/>
                        <a:ea typeface="Arial"/>
                        <a:cs typeface="Arial"/>
                        <a:sym typeface="Arial"/>
                      </a:endParaRPr>
                    </a:p>
                    <a:p>
                      <a:pPr marL="0" marR="0" lvl="0" indent="0" algn="l" rtl="0">
                        <a:spcBef>
                          <a:spcPts val="0"/>
                        </a:spcBef>
                        <a:spcAft>
                          <a:spcPts val="0"/>
                        </a:spcAft>
                        <a:buNone/>
                      </a:pPr>
                      <a:r>
                        <a:rPr lang="en-US" sz="2400" b="0">
                          <a:solidFill>
                            <a:srgbClr val="D9D9D9"/>
                          </a:solidFill>
                          <a:latin typeface="Arial"/>
                          <a:ea typeface="Arial"/>
                          <a:cs typeface="Arial"/>
                          <a:sym typeface="Arial"/>
                        </a:rPr>
                        <a:t>After you finish working on the SLIDE MASTER, it is important that you go to VIEW &gt; NORMAL to continue working on your poster. </a:t>
                      </a:r>
                      <a:endParaRPr/>
                    </a:p>
                  </a:txBody>
                  <a:tcPr marL="182875" marR="91450" marT="137150" marB="45725">
                    <a:solidFill>
                      <a:schemeClr val="dk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667725">
                <a:tc gridSpan="3">
                  <a:txBody>
                    <a:bodyPr/>
                    <a:lstStyle/>
                    <a:p>
                      <a:pPr marL="0" marR="0" lvl="0" indent="0" algn="l" rtl="0">
                        <a:spcBef>
                          <a:spcPts val="0"/>
                        </a:spcBef>
                        <a:spcAft>
                          <a:spcPts val="0"/>
                        </a:spcAft>
                        <a:buNone/>
                      </a:pPr>
                      <a:r>
                        <a:rPr lang="en-US" sz="2800" b="1">
                          <a:solidFill>
                            <a:srgbClr val="FFC000"/>
                          </a:solidFill>
                          <a:latin typeface="Arial"/>
                          <a:ea typeface="Arial"/>
                          <a:cs typeface="Arial"/>
                          <a:sym typeface="Arial"/>
                        </a:rPr>
                        <a:t>How to change the column layout configuration</a:t>
                      </a:r>
                      <a:endParaRPr/>
                    </a:p>
                    <a:p>
                      <a:pPr marL="0" marR="0" lvl="0" indent="0" algn="l" rtl="0">
                        <a:spcBef>
                          <a:spcPts val="0"/>
                        </a:spcBef>
                        <a:spcAft>
                          <a:spcPts val="0"/>
                        </a:spcAft>
                        <a:buNone/>
                      </a:pPr>
                      <a:r>
                        <a:rPr lang="en-US" sz="2400">
                          <a:solidFill>
                            <a:srgbClr val="D9D9D9"/>
                          </a:solidFill>
                          <a:latin typeface="Arial"/>
                          <a:ea typeface="Arial"/>
                          <a:cs typeface="Arial"/>
                          <a:sym typeface="Arial"/>
                        </a:rPr>
                        <a:t>You can manually change the configuration on the columns by going to VIEW &gt; SLIDE MASTER. You can delete columns, resize them or modify them as needed for your layout. </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You can see a tutorial here: </a:t>
                      </a:r>
                      <a:r>
                        <a:rPr lang="en-US" sz="2400" u="sng">
                          <a:solidFill>
                            <a:srgbClr val="FFC000"/>
                          </a:solidFill>
                          <a:latin typeface="Arial"/>
                          <a:ea typeface="Arial"/>
                          <a:cs typeface="Arial"/>
                          <a:sym typeface="Arial"/>
                        </a:rPr>
                        <a:t>https://www.posterpresentations.com/how-to-change-the-column-configuration.html</a:t>
                      </a:r>
                      <a:endParaRPr sz="8600" u="sng">
                        <a:solidFill>
                          <a:srgbClr val="FFC000"/>
                        </a:solidFill>
                      </a:endParaRPr>
                    </a:p>
                  </a:txBody>
                  <a:tcPr marL="182875" marR="91450" marT="137150" marB="45725">
                    <a:solidFill>
                      <a:schemeClr val="dk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5177075">
                <a:tc gridSpan="2">
                  <a:txBody>
                    <a:bodyPr/>
                    <a:lstStyle/>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txBody>
                  <a:tcPr marL="182875" marR="91450" marT="137150" marB="45725"/>
                </a:tc>
                <a:tc hMerge="1">
                  <a:txBody>
                    <a:bodyPr/>
                    <a:lstStyle/>
                    <a:p>
                      <a:endParaRPr lang="en-US"/>
                    </a:p>
                  </a:txBody>
                  <a:tcPr/>
                </a:tc>
                <a:tc rowSpan="2">
                  <a:txBody>
                    <a:bodyPr/>
                    <a:lstStyle/>
                    <a:p>
                      <a:pPr marL="0" marR="0" lvl="0" indent="0" algn="l" rtl="0">
                        <a:lnSpc>
                          <a:spcPct val="100000"/>
                        </a:lnSpc>
                        <a:spcBef>
                          <a:spcPts val="0"/>
                        </a:spcBef>
                        <a:spcAft>
                          <a:spcPts val="0"/>
                        </a:spcAft>
                        <a:buClr>
                          <a:srgbClr val="FFC000"/>
                        </a:buClr>
                        <a:buSzPts val="2800"/>
                        <a:buFont typeface="Arial"/>
                        <a:buNone/>
                      </a:pPr>
                      <a:r>
                        <a:rPr lang="en-US" sz="2800" b="1">
                          <a:solidFill>
                            <a:srgbClr val="FFC000"/>
                          </a:solidFill>
                          <a:latin typeface="Arial"/>
                          <a:ea typeface="Arial"/>
                          <a:cs typeface="Arial"/>
                          <a:sym typeface="Arial"/>
                        </a:rPr>
                        <a:t>How to hide the QUICK START GUIDE bars from the sides of the template</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The Quick Start Guides </a:t>
                      </a:r>
                      <a:r>
                        <a:rPr lang="en-US" sz="2400" u="sng">
                          <a:solidFill>
                            <a:srgbClr val="D9D9D9"/>
                          </a:solidFill>
                          <a:latin typeface="Arial"/>
                          <a:ea typeface="Arial"/>
                          <a:cs typeface="Arial"/>
                          <a:sym typeface="Arial"/>
                        </a:rPr>
                        <a:t>are outside the template’s printable area</a:t>
                      </a:r>
                      <a:r>
                        <a:rPr lang="en-US" sz="2400">
                          <a:solidFill>
                            <a:srgbClr val="D9D9D9"/>
                          </a:solidFill>
                          <a:latin typeface="Arial"/>
                          <a:ea typeface="Arial"/>
                          <a:cs typeface="Arial"/>
                          <a:sym typeface="Arial"/>
                        </a:rPr>
                        <a:t> and they will not be on the printed poster. </a:t>
                      </a:r>
                      <a:endParaRPr/>
                    </a:p>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If you create a PDF file from your template, the guides will not be included.</a:t>
                      </a:r>
                      <a:endParaRPr/>
                    </a:p>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To hide the guides click on the </a:t>
                      </a:r>
                      <a:r>
                        <a:rPr lang="en-US" sz="2400" b="1">
                          <a:solidFill>
                            <a:srgbClr val="D9D9D9"/>
                          </a:solidFill>
                          <a:latin typeface="Arial"/>
                          <a:ea typeface="Arial"/>
                          <a:cs typeface="Arial"/>
                          <a:sym typeface="Arial"/>
                        </a:rPr>
                        <a:t>Home</a:t>
                      </a:r>
                      <a:r>
                        <a:rPr lang="en-US" sz="2400">
                          <a:solidFill>
                            <a:srgbClr val="D9D9D9"/>
                          </a:solidFill>
                          <a:latin typeface="Arial"/>
                          <a:ea typeface="Arial"/>
                          <a:cs typeface="Arial"/>
                          <a:sym typeface="Arial"/>
                        </a:rPr>
                        <a:t> tab (top of the screen) and then click on the </a:t>
                      </a:r>
                      <a:r>
                        <a:rPr lang="en-US" sz="2400" b="1">
                          <a:solidFill>
                            <a:srgbClr val="D9D9D9"/>
                          </a:solidFill>
                          <a:latin typeface="Arial"/>
                          <a:ea typeface="Arial"/>
                          <a:cs typeface="Arial"/>
                          <a:sym typeface="Arial"/>
                        </a:rPr>
                        <a:t>Layout</a:t>
                      </a:r>
                      <a:r>
                        <a:rPr lang="en-US" sz="2400">
                          <a:solidFill>
                            <a:srgbClr val="D9D9D9"/>
                          </a:solidFill>
                          <a:latin typeface="Arial"/>
                          <a:ea typeface="Arial"/>
                          <a:cs typeface="Arial"/>
                          <a:sym typeface="Arial"/>
                        </a:rPr>
                        <a:t> button below to see the available layouts. Choose the </a:t>
                      </a:r>
                      <a:r>
                        <a:rPr lang="en-US" sz="2400" b="1">
                          <a:solidFill>
                            <a:srgbClr val="D9D9D9"/>
                          </a:solidFill>
                          <a:latin typeface="Arial"/>
                          <a:ea typeface="Arial"/>
                          <a:cs typeface="Arial"/>
                          <a:sym typeface="Arial"/>
                        </a:rPr>
                        <a:t>Without Guides </a:t>
                      </a:r>
                      <a:r>
                        <a:rPr lang="en-US" sz="2400" b="0">
                          <a:solidFill>
                            <a:srgbClr val="D9D9D9"/>
                          </a:solidFill>
                          <a:latin typeface="Arial"/>
                          <a:ea typeface="Arial"/>
                          <a:cs typeface="Arial"/>
                          <a:sym typeface="Arial"/>
                        </a:rPr>
                        <a:t>layout</a:t>
                      </a:r>
                      <a:r>
                        <a:rPr lang="en-US" sz="2400">
                          <a:solidFill>
                            <a:srgbClr val="D9D9D9"/>
                          </a:solidFill>
                          <a:latin typeface="Arial"/>
                          <a:ea typeface="Arial"/>
                          <a:cs typeface="Arial"/>
                          <a:sym typeface="Arial"/>
                        </a:rPr>
                        <a:t>.</a:t>
                      </a:r>
                      <a:endParaRPr sz="2400">
                        <a:solidFill>
                          <a:srgbClr val="D9D9D9"/>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txBody>
                  <a:tcPr marL="182875" marR="91450" marT="137150" marB="45725">
                    <a:solidFill>
                      <a:srgbClr val="010101"/>
                    </a:solidFill>
                  </a:tcPr>
                </a:tc>
                <a:extLst>
                  <a:ext uri="{0D108BD9-81ED-4DB2-BD59-A6C34878D82A}">
                    <a16:rowId xmlns:a16="http://schemas.microsoft.com/office/drawing/2014/main" val="10003"/>
                  </a:ext>
                </a:extLst>
              </a:tr>
              <a:tr h="2888325">
                <a:tc gridSpan="2">
                  <a:txBody>
                    <a:bodyPr/>
                    <a:lstStyle/>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r h="3781425">
                <a:tc gridSpan="2">
                  <a:txBody>
                    <a:bodyPr/>
                    <a:lstStyle/>
                    <a:p>
                      <a:pPr marL="0" marR="0" lvl="0" indent="0" algn="l" rtl="0">
                        <a:spcBef>
                          <a:spcPts val="0"/>
                        </a:spcBef>
                        <a:spcAft>
                          <a:spcPts val="0"/>
                        </a:spcAft>
                        <a:buNone/>
                      </a:pPr>
                      <a:r>
                        <a:rPr lang="en-US" sz="2800" b="1">
                          <a:solidFill>
                            <a:srgbClr val="FFC000"/>
                          </a:solidFill>
                          <a:latin typeface="Arial"/>
                          <a:ea typeface="Arial"/>
                          <a:cs typeface="Arial"/>
                          <a:sym typeface="Arial"/>
                        </a:rPr>
                        <a:t>How to preview your poster prior to printing</a:t>
                      </a:r>
                      <a:endParaRPr sz="2800" b="1">
                        <a:solidFill>
                          <a:srgbClr val="FFC000"/>
                        </a:solidFill>
                        <a:latin typeface="Arial"/>
                        <a:ea typeface="Arial"/>
                        <a:cs typeface="Arial"/>
                        <a:sym typeface="Arial"/>
                      </a:endParaRPr>
                    </a:p>
                    <a:p>
                      <a:pPr marL="0" marR="0" lvl="0" indent="0" algn="l" rtl="0">
                        <a:spcBef>
                          <a:spcPts val="0"/>
                        </a:spcBef>
                        <a:spcAft>
                          <a:spcPts val="0"/>
                        </a:spcAft>
                        <a:buNone/>
                      </a:pPr>
                      <a:r>
                        <a:rPr lang="en-US" sz="2400">
                          <a:solidFill>
                            <a:srgbClr val="D9D9D9"/>
                          </a:solidFill>
                          <a:latin typeface="Arial"/>
                          <a:ea typeface="Arial"/>
                          <a:cs typeface="Arial"/>
                          <a:sym typeface="Arial"/>
                        </a:rPr>
                        <a:t>You can preview your poster at any time by pressing the </a:t>
                      </a:r>
                      <a:r>
                        <a:rPr lang="en-US" sz="2400">
                          <a:solidFill>
                            <a:srgbClr val="FFC000"/>
                          </a:solidFill>
                          <a:latin typeface="Arial"/>
                          <a:ea typeface="Arial"/>
                          <a:cs typeface="Arial"/>
                          <a:sym typeface="Arial"/>
                        </a:rPr>
                        <a:t>F5 key</a:t>
                      </a:r>
                      <a:r>
                        <a:rPr lang="en-US" sz="2400">
                          <a:solidFill>
                            <a:srgbClr val="D9D9D9"/>
                          </a:solidFill>
                          <a:latin typeface="Arial"/>
                          <a:ea typeface="Arial"/>
                          <a:cs typeface="Arial"/>
                          <a:sym typeface="Arial"/>
                        </a:rPr>
                        <a:t> on your keyboard. You will see on the screen what's on your poster and how it should look when printed. Press the </a:t>
                      </a:r>
                      <a:r>
                        <a:rPr lang="en-US" sz="2400">
                          <a:solidFill>
                            <a:srgbClr val="FFC000"/>
                          </a:solidFill>
                          <a:latin typeface="Arial"/>
                          <a:ea typeface="Arial"/>
                          <a:cs typeface="Arial"/>
                          <a:sym typeface="Arial"/>
                        </a:rPr>
                        <a:t>ESC key </a:t>
                      </a:r>
                      <a:r>
                        <a:rPr lang="en-US" sz="2400">
                          <a:solidFill>
                            <a:srgbClr val="D9D9D9"/>
                          </a:solidFill>
                          <a:latin typeface="Arial"/>
                          <a:ea typeface="Arial"/>
                          <a:cs typeface="Arial"/>
                          <a:sym typeface="Arial"/>
                        </a:rPr>
                        <a:t>to exit Preview.</a:t>
                      </a:r>
                      <a:endParaRPr/>
                    </a:p>
                  </a:txBody>
                  <a:tcPr marL="182875" marR="91450" marT="137150" marB="45725">
                    <a:solidFill>
                      <a:srgbClr val="010101"/>
                    </a:solidFill>
                  </a:tcPr>
                </a:tc>
                <a:tc hMerge="1">
                  <a:txBody>
                    <a:bodyPr/>
                    <a:lstStyle/>
                    <a:p>
                      <a:endParaRPr lang="en-US"/>
                    </a:p>
                  </a:txBody>
                  <a:tcPr/>
                </a:tc>
                <a:tc>
                  <a:txBody>
                    <a:bodyPr/>
                    <a:lstStyle/>
                    <a:p>
                      <a:pPr marL="0" marR="0" lvl="0" indent="0" algn="ctr" rtl="0">
                        <a:spcBef>
                          <a:spcPts val="0"/>
                        </a:spcBef>
                        <a:spcAft>
                          <a:spcPts val="0"/>
                        </a:spcAft>
                        <a:buNone/>
                      </a:pPr>
                      <a:r>
                        <a:rPr lang="en-US" sz="11500" b="1">
                          <a:solidFill>
                            <a:srgbClr val="D9D9D9"/>
                          </a:solidFill>
                          <a:latin typeface="Arial"/>
                          <a:ea typeface="Arial"/>
                          <a:cs typeface="Arial"/>
                          <a:sym typeface="Arial"/>
                        </a:rPr>
                        <a:t>F5</a:t>
                      </a:r>
                      <a:r>
                        <a:rPr lang="en-US" sz="2400">
                          <a:solidFill>
                            <a:srgbClr val="D9D9D9"/>
                          </a:solidFill>
                          <a:latin typeface="Arial"/>
                          <a:ea typeface="Arial"/>
                          <a:cs typeface="Arial"/>
                          <a:sym typeface="Arial"/>
                        </a:rPr>
                        <a:t> </a:t>
                      </a:r>
                      <a:endParaRPr sz="8600"/>
                    </a:p>
                  </a:txBody>
                  <a:tcPr marL="182875" marR="91450" marT="137150" marB="45725" anchor="ctr">
                    <a:solidFill>
                      <a:srgbClr val="0C0C0C"/>
                    </a:solidFill>
                  </a:tcPr>
                </a:tc>
                <a:extLst>
                  <a:ext uri="{0D108BD9-81ED-4DB2-BD59-A6C34878D82A}">
                    <a16:rowId xmlns:a16="http://schemas.microsoft.com/office/drawing/2014/main" val="10005"/>
                  </a:ext>
                </a:extLst>
              </a:tr>
              <a:tr h="5674000">
                <a:tc gridSpan="3">
                  <a:txBody>
                    <a:bodyPr/>
                    <a:lstStyle/>
                    <a:p>
                      <a:pPr marL="0" marR="0" lvl="0" indent="0" algn="l" rtl="0">
                        <a:lnSpc>
                          <a:spcPct val="100000"/>
                        </a:lnSpc>
                        <a:spcBef>
                          <a:spcPts val="0"/>
                        </a:spcBef>
                        <a:spcAft>
                          <a:spcPts val="0"/>
                        </a:spcAft>
                        <a:buClr>
                          <a:srgbClr val="FFC000"/>
                        </a:buClr>
                        <a:buSzPts val="2800"/>
                        <a:buFont typeface="Arial"/>
                        <a:buNone/>
                      </a:pPr>
                      <a:r>
                        <a:rPr lang="en-US" sz="2800" b="1">
                          <a:solidFill>
                            <a:srgbClr val="FFC000"/>
                          </a:solidFill>
                          <a:latin typeface="Arial"/>
                          <a:ea typeface="Arial"/>
                          <a:cs typeface="Arial"/>
                          <a:sym typeface="Arial"/>
                        </a:rPr>
                        <a:t>How to print your poster</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When you are ready to have your poster printed go online to </a:t>
                      </a:r>
                      <a:r>
                        <a:rPr lang="en-US" sz="2400">
                          <a:solidFill>
                            <a:srgbClr val="FFC000"/>
                          </a:solidFill>
                          <a:latin typeface="Arial"/>
                          <a:ea typeface="Arial"/>
                          <a:cs typeface="Arial"/>
                          <a:sym typeface="Arial"/>
                        </a:rPr>
                        <a:t>PosterPresentations.com</a:t>
                      </a:r>
                      <a:r>
                        <a:rPr lang="en-US" sz="2400">
                          <a:solidFill>
                            <a:srgbClr val="D9D9D9"/>
                          </a:solidFill>
                          <a:latin typeface="Arial"/>
                          <a:ea typeface="Arial"/>
                          <a:cs typeface="Arial"/>
                          <a:sym typeface="Arial"/>
                        </a:rPr>
                        <a:t> and click on the "</a:t>
                      </a:r>
                      <a:r>
                        <a:rPr lang="en-US" sz="2400">
                          <a:solidFill>
                            <a:srgbClr val="FFC000"/>
                          </a:solidFill>
                          <a:latin typeface="Arial"/>
                          <a:ea typeface="Arial"/>
                          <a:cs typeface="Arial"/>
                          <a:sym typeface="Arial"/>
                        </a:rPr>
                        <a:t>Order Your Poster</a:t>
                      </a:r>
                      <a:r>
                        <a:rPr lang="en-US" sz="2400">
                          <a:solidFill>
                            <a:srgbClr val="D9D9D9"/>
                          </a:solidFill>
                          <a:latin typeface="Arial"/>
                          <a:ea typeface="Arial"/>
                          <a:cs typeface="Arial"/>
                          <a:sym typeface="Arial"/>
                        </a:rPr>
                        <a:t>" button. You can have your poster printed on professional papers, fabric for easy traveling and a variety of other materials. </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endParaRPr/>
                    </a:p>
                    <a:p>
                      <a:pPr marL="0" marR="0" lvl="0" indent="0" algn="l" rtl="0">
                        <a:lnSpc>
                          <a:spcPct val="100000"/>
                        </a:lnSpc>
                        <a:spcBef>
                          <a:spcPts val="0"/>
                        </a:spcBef>
                        <a:spcAft>
                          <a:spcPts val="0"/>
                        </a:spcAft>
                        <a:buClr>
                          <a:srgbClr val="D9D9D9"/>
                        </a:buClr>
                        <a:buSzPts val="2400"/>
                        <a:buFont typeface="Arial"/>
                        <a:buNone/>
                      </a:pPr>
                      <a:br>
                        <a:rPr lang="en-US" sz="2400">
                          <a:solidFill>
                            <a:srgbClr val="D9D9D9"/>
                          </a:solidFill>
                          <a:latin typeface="Arial"/>
                          <a:ea typeface="Arial"/>
                          <a:cs typeface="Arial"/>
                          <a:sym typeface="Arial"/>
                        </a:rPr>
                      </a:br>
                      <a:r>
                        <a:rPr lang="en-US" sz="2400">
                          <a:solidFill>
                            <a:srgbClr val="D9D9D9"/>
                          </a:solidFill>
                          <a:latin typeface="Arial"/>
                          <a:ea typeface="Arial"/>
                          <a:cs typeface="Arial"/>
                          <a:sym typeface="Arial"/>
                        </a:rPr>
                        <a:t>Go to </a:t>
                      </a:r>
                      <a:r>
                        <a:rPr lang="en-US" sz="2400">
                          <a:solidFill>
                            <a:srgbClr val="FFC000"/>
                          </a:solidFill>
                          <a:latin typeface="Arial"/>
                          <a:ea typeface="Arial"/>
                          <a:cs typeface="Arial"/>
                          <a:sym typeface="Arial"/>
                        </a:rPr>
                        <a:t>PosterPresentations.com</a:t>
                      </a:r>
                      <a:r>
                        <a:rPr lang="en-US" sz="2400">
                          <a:solidFill>
                            <a:srgbClr val="D9D9D9"/>
                          </a:solidFill>
                          <a:latin typeface="Arial"/>
                          <a:ea typeface="Arial"/>
                          <a:cs typeface="Arial"/>
                          <a:sym typeface="Arial"/>
                        </a:rPr>
                        <a:t> for more information.</a:t>
                      </a:r>
                      <a:endParaRPr/>
                    </a:p>
                  </a:txBody>
                  <a:tcPr marL="182875" marR="91450" marT="137150" marB="45725">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1354775">
                <a:tc gridSpan="3">
                  <a:txBody>
                    <a:bodyPr/>
                    <a:lstStyle/>
                    <a:p>
                      <a:pPr marL="0" marR="0" lvl="0" indent="0" algn="l" rtl="0">
                        <a:spcBef>
                          <a:spcPts val="0"/>
                        </a:spcBef>
                        <a:spcAft>
                          <a:spcPts val="0"/>
                        </a:spcAft>
                        <a:buNone/>
                      </a:pPr>
                      <a:endParaRPr sz="2400">
                        <a:solidFill>
                          <a:srgbClr val="1F3A4E"/>
                        </a:solidFill>
                      </a:endParaRPr>
                    </a:p>
                  </a:txBody>
                  <a:tcPr marL="182875" marR="91450" marT="137150" marB="45725"/>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3212200">
                <a:tc>
                  <a:txBody>
                    <a:bodyPr/>
                    <a:lstStyle/>
                    <a:p>
                      <a:pPr marL="0" marR="0" lvl="0" indent="0" algn="l" rtl="0">
                        <a:lnSpc>
                          <a:spcPct val="130000"/>
                        </a:lnSpc>
                        <a:spcBef>
                          <a:spcPts val="0"/>
                        </a:spcBef>
                        <a:spcAft>
                          <a:spcPts val="0"/>
                        </a:spcAft>
                        <a:buNone/>
                      </a:pPr>
                      <a:r>
                        <a:rPr lang="en-US" sz="2000">
                          <a:solidFill>
                            <a:srgbClr val="D8D8D8"/>
                          </a:solidFill>
                          <a:latin typeface="Arial"/>
                          <a:ea typeface="Arial"/>
                          <a:cs typeface="Arial"/>
                          <a:sym typeface="Arial"/>
                        </a:rPr>
                        <a:t>© 2019 PosterPresentations.com</a:t>
                      </a:r>
                      <a:br>
                        <a:rPr lang="en-US" sz="2000">
                          <a:solidFill>
                            <a:srgbClr val="D8D8D8"/>
                          </a:solidFill>
                          <a:latin typeface="Arial"/>
                          <a:ea typeface="Arial"/>
                          <a:cs typeface="Arial"/>
                          <a:sym typeface="Arial"/>
                        </a:rPr>
                      </a:br>
                      <a:r>
                        <a:rPr lang="en-US" sz="2000">
                          <a:solidFill>
                            <a:srgbClr val="D8D8D8"/>
                          </a:solidFill>
                          <a:latin typeface="Arial"/>
                          <a:ea typeface="Arial"/>
                          <a:cs typeface="Arial"/>
                          <a:sym typeface="Arial"/>
                        </a:rPr>
                        <a:t>2117 Fourth Street , STE C        </a:t>
                      </a:r>
                      <a:endParaRPr/>
                    </a:p>
                    <a:p>
                      <a:pPr marL="0" marR="0" lvl="0" indent="0" algn="l" rtl="0">
                        <a:lnSpc>
                          <a:spcPct val="130000"/>
                        </a:lnSpc>
                        <a:spcBef>
                          <a:spcPts val="0"/>
                        </a:spcBef>
                        <a:spcAft>
                          <a:spcPts val="0"/>
                        </a:spcAft>
                        <a:buNone/>
                      </a:pPr>
                      <a:r>
                        <a:rPr lang="en-US" sz="2000">
                          <a:solidFill>
                            <a:srgbClr val="D8D8D8"/>
                          </a:solidFill>
                          <a:latin typeface="Arial"/>
                          <a:ea typeface="Arial"/>
                          <a:cs typeface="Arial"/>
                          <a:sym typeface="Arial"/>
                        </a:rPr>
                        <a:t>Berkeley CA 94710 USA</a:t>
                      </a:r>
                      <a:endParaRPr sz="2000">
                        <a:solidFill>
                          <a:srgbClr val="D8D8D8"/>
                        </a:solidFill>
                        <a:latin typeface="Arial"/>
                        <a:ea typeface="Arial"/>
                        <a:cs typeface="Arial"/>
                        <a:sym typeface="Arial"/>
                      </a:endParaRPr>
                    </a:p>
                  </a:txBody>
                  <a:tcPr marL="182875" marR="91450" marT="137150" marB="45725">
                    <a:solidFill>
                      <a:srgbClr val="010101"/>
                    </a:solidFill>
                  </a:tcPr>
                </a:tc>
                <a:tc gridSpan="2">
                  <a:txBody>
                    <a:bodyPr/>
                    <a:lstStyle/>
                    <a:p>
                      <a:pPr marL="0" marR="0" lvl="0" indent="0" algn="l" rtl="0">
                        <a:lnSpc>
                          <a:spcPct val="100000"/>
                        </a:lnSpc>
                        <a:spcBef>
                          <a:spcPts val="0"/>
                        </a:spcBef>
                        <a:spcAft>
                          <a:spcPts val="0"/>
                        </a:spcAft>
                        <a:buClr>
                          <a:srgbClr val="D0D0D0"/>
                        </a:buClr>
                        <a:buSzPts val="2400"/>
                        <a:buFont typeface="Arial"/>
                        <a:buNone/>
                      </a:pPr>
                      <a:r>
                        <a:rPr lang="en-US" sz="2400" b="1">
                          <a:solidFill>
                            <a:srgbClr val="D0D0D0"/>
                          </a:solidFill>
                          <a:latin typeface="Arial"/>
                          <a:ea typeface="Arial"/>
                          <a:cs typeface="Arial"/>
                          <a:sym typeface="Arial"/>
                        </a:rPr>
                        <a:t>For complete tutorials visit:</a:t>
                      </a:r>
                      <a:endParaRPr/>
                    </a:p>
                    <a:p>
                      <a:pPr marL="0" marR="0" lvl="0" indent="0" algn="l" rtl="0">
                        <a:lnSpc>
                          <a:spcPct val="100000"/>
                        </a:lnSpc>
                        <a:spcBef>
                          <a:spcPts val="0"/>
                        </a:spcBef>
                        <a:spcAft>
                          <a:spcPts val="0"/>
                        </a:spcAft>
                        <a:buClr>
                          <a:srgbClr val="FFC000"/>
                        </a:buClr>
                        <a:buSzPts val="1800"/>
                        <a:buFont typeface="Arial"/>
                        <a:buNone/>
                      </a:pPr>
                      <a:r>
                        <a:rPr lang="en-US" sz="1800" b="1">
                          <a:solidFill>
                            <a:srgbClr val="FFC000"/>
                          </a:solidFill>
                          <a:latin typeface="Arial"/>
                          <a:ea typeface="Arial"/>
                          <a:cs typeface="Arial"/>
                          <a:sym typeface="Arial"/>
                        </a:rPr>
                        <a:t>https://www.posterpresentations.com/helpdesk.html</a:t>
                      </a:r>
                      <a:endParaRPr sz="1800">
                        <a:solidFill>
                          <a:srgbClr val="D8D8D8"/>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8"/>
                  </a:ext>
                </a:extLst>
              </a:tr>
            </a:tbl>
          </a:graphicData>
        </a:graphic>
      </p:graphicFrame>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192">
          <p15:clr>
            <a:srgbClr val="F26B43"/>
          </p15:clr>
        </p15:guide>
        <p15:guide id="2" pos="7104">
          <p15:clr>
            <a:srgbClr val="F26B43"/>
          </p15:clr>
        </p15:guide>
        <p15:guide id="3" pos="13824">
          <p15:clr>
            <a:srgbClr val="F26B43"/>
          </p15:clr>
        </p15:guide>
        <p15:guide id="4" pos="2054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
        <p:cNvGrpSpPr/>
        <p:nvPr/>
      </p:nvGrpSpPr>
      <p:grpSpPr>
        <a:xfrm>
          <a:off x="0" y="0"/>
          <a:ext cx="0" cy="0"/>
          <a:chOff x="0" y="0"/>
          <a:chExt cx="0" cy="0"/>
        </a:xfrm>
      </p:grpSpPr>
      <p:sp>
        <p:nvSpPr>
          <p:cNvPr id="36" name="Google Shape;36;p4"/>
          <p:cNvSpPr txBox="1"/>
          <p:nvPr/>
        </p:nvSpPr>
        <p:spPr>
          <a:xfrm>
            <a:off x="1603881" y="32173892"/>
            <a:ext cx="2514600" cy="361442"/>
          </a:xfrm>
          <a:prstGeom prst="rect">
            <a:avLst/>
          </a:prstGeom>
          <a:noFill/>
          <a:ln>
            <a:noFill/>
          </a:ln>
        </p:spPr>
        <p:txBody>
          <a:bodyPr spcFirstLastPara="1" wrap="square" lIns="91250" tIns="45600" rIns="91250" bIns="45600" anchor="t" anchorCtr="0">
            <a:spAutoFit/>
          </a:bodyPr>
          <a:lstStyle/>
          <a:p>
            <a:pPr marL="0" marR="0" lvl="0" indent="0" algn="l" rtl="0">
              <a:lnSpc>
                <a:spcPct val="65000"/>
              </a:lnSpc>
              <a:spcBef>
                <a:spcPts val="0"/>
              </a:spcBef>
              <a:spcAft>
                <a:spcPts val="0"/>
              </a:spcAft>
              <a:buNone/>
            </a:pPr>
            <a:r>
              <a:rPr lang="en-US" sz="700" b="1">
                <a:solidFill>
                  <a:srgbClr val="BFBFBF"/>
                </a:solidFill>
                <a:latin typeface="Arial"/>
                <a:ea typeface="Arial"/>
                <a:cs typeface="Arial"/>
                <a:sym typeface="Arial"/>
              </a:rPr>
              <a:t>RESEARCH POSTER PRESENTATION DESIGN © 2019</a:t>
            </a:r>
            <a:endParaRPr/>
          </a:p>
          <a:p>
            <a:pPr marL="0" marR="0" lvl="0" indent="0" algn="l" rtl="0">
              <a:lnSpc>
                <a:spcPct val="65000"/>
              </a:lnSpc>
              <a:spcBef>
                <a:spcPts val="550"/>
              </a:spcBef>
              <a:spcAft>
                <a:spcPts val="0"/>
              </a:spcAft>
              <a:buNone/>
            </a:pPr>
            <a:r>
              <a:rPr lang="en-US" sz="1100" b="1">
                <a:solidFill>
                  <a:srgbClr val="BFBFBF"/>
                </a:solidFill>
                <a:latin typeface="Arial"/>
                <a:ea typeface="Arial"/>
                <a:cs typeface="Arial"/>
                <a:sym typeface="Arial"/>
              </a:rPr>
              <a:t>www.PosterPresentations.com</a:t>
            </a:r>
            <a:endParaRPr/>
          </a:p>
        </p:txBody>
      </p:sp>
      <p:grpSp>
        <p:nvGrpSpPr>
          <p:cNvPr id="37" name="Google Shape;37;p4"/>
          <p:cNvGrpSpPr/>
          <p:nvPr/>
        </p:nvGrpSpPr>
        <p:grpSpPr>
          <a:xfrm>
            <a:off x="-130628" y="-102882"/>
            <a:ext cx="44021828" cy="33075071"/>
            <a:chOff x="-122803" y="-102882"/>
            <a:chExt cx="44106584" cy="33075071"/>
          </a:xfrm>
        </p:grpSpPr>
        <p:sp>
          <p:nvSpPr>
            <p:cNvPr id="38" name="Google Shape;38;p4"/>
            <p:cNvSpPr/>
            <p:nvPr/>
          </p:nvSpPr>
          <p:spPr>
            <a:xfrm>
              <a:off x="-51142" y="-84749"/>
              <a:ext cx="44034923" cy="33056938"/>
            </a:xfrm>
            <a:custGeom>
              <a:avLst/>
              <a:gdLst/>
              <a:ahLst/>
              <a:cxnLst/>
              <a:rect l="l" t="t" r="r" b="b"/>
              <a:pathLst>
                <a:path w="44005500" h="32956500" extrusionOk="0">
                  <a:moveTo>
                    <a:pt x="0" y="0"/>
                  </a:moveTo>
                  <a:lnTo>
                    <a:pt x="44005500" y="32956500"/>
                  </a:lnTo>
                  <a:lnTo>
                    <a:pt x="38100" y="32918400"/>
                  </a:lnTo>
                  <a:lnTo>
                    <a:pt x="0" y="0"/>
                  </a:lnTo>
                  <a:close/>
                </a:path>
              </a:pathLst>
            </a:custGeom>
            <a:gradFill>
              <a:gsLst>
                <a:gs pos="0">
                  <a:srgbClr val="E3E8DD"/>
                </a:gs>
                <a:gs pos="13000">
                  <a:srgbClr val="E3E8DD"/>
                </a:gs>
                <a:gs pos="79000">
                  <a:srgbClr val="DAE0D2"/>
                </a:gs>
                <a:gs pos="100000">
                  <a:srgbClr val="DAE0D2"/>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alibri"/>
                <a:ea typeface="Calibri"/>
                <a:cs typeface="Calibri"/>
                <a:sym typeface="Calibri"/>
              </a:endParaRPr>
            </a:p>
          </p:txBody>
        </p:sp>
        <p:sp>
          <p:nvSpPr>
            <p:cNvPr id="39" name="Google Shape;39;p4"/>
            <p:cNvSpPr/>
            <p:nvPr/>
          </p:nvSpPr>
          <p:spPr>
            <a:xfrm rot="10800000">
              <a:off x="-51143" y="-84749"/>
              <a:ext cx="44034921" cy="33039928"/>
            </a:xfrm>
            <a:custGeom>
              <a:avLst/>
              <a:gdLst/>
              <a:ahLst/>
              <a:cxnLst/>
              <a:rect l="l" t="t" r="r" b="b"/>
              <a:pathLst>
                <a:path w="44005500" h="32956500" extrusionOk="0">
                  <a:moveTo>
                    <a:pt x="0" y="0"/>
                  </a:moveTo>
                  <a:lnTo>
                    <a:pt x="44005500" y="32956500"/>
                  </a:lnTo>
                  <a:lnTo>
                    <a:pt x="38100" y="32918400"/>
                  </a:lnTo>
                  <a:lnTo>
                    <a:pt x="0" y="0"/>
                  </a:lnTo>
                  <a:close/>
                </a:path>
              </a:pathLst>
            </a:custGeom>
            <a:gradFill>
              <a:gsLst>
                <a:gs pos="0">
                  <a:schemeClr val="lt2"/>
                </a:gs>
                <a:gs pos="41000">
                  <a:schemeClr val="lt2"/>
                </a:gs>
                <a:gs pos="100000">
                  <a:srgbClr val="E3E8DD"/>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alibri"/>
                <a:ea typeface="Calibri"/>
                <a:cs typeface="Calibri"/>
                <a:sym typeface="Calibri"/>
              </a:endParaRPr>
            </a:p>
          </p:txBody>
        </p:sp>
        <p:sp>
          <p:nvSpPr>
            <p:cNvPr id="40" name="Google Shape;40;p4"/>
            <p:cNvSpPr/>
            <p:nvPr/>
          </p:nvSpPr>
          <p:spPr>
            <a:xfrm>
              <a:off x="-122803" y="-102882"/>
              <a:ext cx="44106584" cy="33075071"/>
            </a:xfrm>
            <a:custGeom>
              <a:avLst/>
              <a:gdLst/>
              <a:ahLst/>
              <a:cxnLst/>
              <a:rect l="l" t="t" r="r" b="b"/>
              <a:pathLst>
                <a:path w="39026592" h="30614112" extrusionOk="0">
                  <a:moveTo>
                    <a:pt x="36576" y="0"/>
                  </a:moveTo>
                  <a:lnTo>
                    <a:pt x="15837408" y="30614112"/>
                  </a:lnTo>
                  <a:lnTo>
                    <a:pt x="39026592" y="13350240"/>
                  </a:lnTo>
                  <a:lnTo>
                    <a:pt x="0" y="73152"/>
                  </a:lnTo>
                  <a:lnTo>
                    <a:pt x="109728" y="146304"/>
                  </a:lnTo>
                </a:path>
              </a:pathLst>
            </a:custGeom>
            <a:gradFill>
              <a:gsLst>
                <a:gs pos="0">
                  <a:schemeClr val="lt1"/>
                </a:gs>
                <a:gs pos="76000">
                  <a:srgbClr val="E3E8DD">
                    <a:alpha val="0"/>
                  </a:srgbClr>
                </a:gs>
                <a:gs pos="100000">
                  <a:srgbClr val="E3E8DD">
                    <a:alpha val="0"/>
                  </a:srgbClr>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alibri"/>
                <a:ea typeface="Calibri"/>
                <a:cs typeface="Calibri"/>
                <a:sym typeface="Calibri"/>
              </a:endParaRPr>
            </a:p>
          </p:txBody>
        </p:sp>
        <p:sp>
          <p:nvSpPr>
            <p:cNvPr id="41" name="Google Shape;41;p4"/>
            <p:cNvSpPr txBox="1"/>
            <p:nvPr/>
          </p:nvSpPr>
          <p:spPr>
            <a:xfrm>
              <a:off x="1603881" y="32173892"/>
              <a:ext cx="2514600" cy="361442"/>
            </a:xfrm>
            <a:prstGeom prst="rect">
              <a:avLst/>
            </a:prstGeom>
            <a:noFill/>
            <a:ln>
              <a:noFill/>
            </a:ln>
          </p:spPr>
          <p:txBody>
            <a:bodyPr spcFirstLastPara="1" wrap="square" lIns="91250" tIns="45600" rIns="91250" bIns="45600" anchor="t" anchorCtr="0">
              <a:spAutoFit/>
            </a:bodyPr>
            <a:lstStyle/>
            <a:p>
              <a:pPr marL="0" marR="0" lvl="0" indent="0" algn="l" rtl="0">
                <a:lnSpc>
                  <a:spcPct val="65000"/>
                </a:lnSpc>
                <a:spcBef>
                  <a:spcPts val="0"/>
                </a:spcBef>
                <a:spcAft>
                  <a:spcPts val="0"/>
                </a:spcAft>
                <a:buNone/>
              </a:pPr>
              <a:r>
                <a:rPr lang="en-US" sz="700" b="1">
                  <a:solidFill>
                    <a:srgbClr val="BFBFBF"/>
                  </a:solidFill>
                  <a:latin typeface="Arial"/>
                  <a:ea typeface="Arial"/>
                  <a:cs typeface="Arial"/>
                  <a:sym typeface="Arial"/>
                </a:rPr>
                <a:t>RESEARCH POSTER PRESENTATION DESIGN © 2019</a:t>
              </a:r>
              <a:endParaRPr/>
            </a:p>
            <a:p>
              <a:pPr marL="0" marR="0" lvl="0" indent="0" algn="l" rtl="0">
                <a:lnSpc>
                  <a:spcPct val="65000"/>
                </a:lnSpc>
                <a:spcBef>
                  <a:spcPts val="550"/>
                </a:spcBef>
                <a:spcAft>
                  <a:spcPts val="0"/>
                </a:spcAft>
                <a:buNone/>
              </a:pPr>
              <a:r>
                <a:rPr lang="en-US" sz="1100" b="1">
                  <a:solidFill>
                    <a:srgbClr val="BFBFBF"/>
                  </a:solidFill>
                  <a:latin typeface="Arial"/>
                  <a:ea typeface="Arial"/>
                  <a:cs typeface="Arial"/>
                  <a:sym typeface="Arial"/>
                </a:rPr>
                <a:t>www.PosterPresentations.com</a:t>
              </a:r>
              <a:endParaRPr/>
            </a:p>
          </p:txBody>
        </p:sp>
      </p:grpSp>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192">
          <p15:clr>
            <a:srgbClr val="F26B43"/>
          </p15:clr>
        </p15:guide>
        <p15:guide id="2" pos="7104">
          <p15:clr>
            <a:srgbClr val="F26B43"/>
          </p15:clr>
        </p15:guide>
        <p15:guide id="3" pos="13824">
          <p15:clr>
            <a:srgbClr val="F26B43"/>
          </p15:clr>
        </p15:guide>
        <p15:guide id="4" pos="2054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0"/>
        <p:cNvGrpSpPr/>
        <p:nvPr/>
      </p:nvGrpSpPr>
      <p:grpSpPr>
        <a:xfrm>
          <a:off x="0" y="0"/>
          <a:ext cx="0" cy="0"/>
          <a:chOff x="0" y="0"/>
          <a:chExt cx="0" cy="0"/>
        </a:xfrm>
      </p:grpSpPr>
      <p:cxnSp>
        <p:nvCxnSpPr>
          <p:cNvPr id="61" name="Google Shape;61;p6"/>
          <p:cNvCxnSpPr/>
          <p:nvPr/>
        </p:nvCxnSpPr>
        <p:spPr>
          <a:xfrm rot="10800000" flipH="1">
            <a:off x="-13946601" y="11526118"/>
            <a:ext cx="13577436" cy="818"/>
          </a:xfrm>
          <a:prstGeom prst="straightConnector1">
            <a:avLst/>
          </a:prstGeom>
          <a:noFill/>
          <a:ln w="9525" cap="flat" cmpd="sng">
            <a:solidFill>
              <a:srgbClr val="F2F2F2"/>
            </a:solidFill>
            <a:prstDash val="solid"/>
            <a:round/>
            <a:headEnd type="none" w="sm" len="sm"/>
            <a:tailEnd type="none" w="sm" len="sm"/>
          </a:ln>
        </p:spPr>
      </p:cxnSp>
      <p:sp>
        <p:nvSpPr>
          <p:cNvPr id="62" name="Google Shape;62;p6"/>
          <p:cNvSpPr txBox="1"/>
          <p:nvPr/>
        </p:nvSpPr>
        <p:spPr>
          <a:xfrm>
            <a:off x="1603881" y="32173892"/>
            <a:ext cx="2514600" cy="361442"/>
          </a:xfrm>
          <a:prstGeom prst="rect">
            <a:avLst/>
          </a:prstGeom>
          <a:noFill/>
          <a:ln>
            <a:noFill/>
          </a:ln>
        </p:spPr>
        <p:txBody>
          <a:bodyPr spcFirstLastPara="1" wrap="square" lIns="91250" tIns="45600" rIns="91250" bIns="45600" anchor="t" anchorCtr="0">
            <a:spAutoFit/>
          </a:bodyPr>
          <a:lstStyle/>
          <a:p>
            <a:pPr marL="0" marR="0" lvl="0" indent="0" algn="l" rtl="0">
              <a:lnSpc>
                <a:spcPct val="65000"/>
              </a:lnSpc>
              <a:spcBef>
                <a:spcPts val="0"/>
              </a:spcBef>
              <a:spcAft>
                <a:spcPts val="0"/>
              </a:spcAft>
              <a:buNone/>
            </a:pPr>
            <a:r>
              <a:rPr lang="en-US" sz="700" b="1">
                <a:solidFill>
                  <a:srgbClr val="BFBFBF"/>
                </a:solidFill>
                <a:latin typeface="Arial"/>
                <a:ea typeface="Arial"/>
                <a:cs typeface="Arial"/>
                <a:sym typeface="Arial"/>
              </a:rPr>
              <a:t>RESEARCH POSTER PRESENTATION DESIGN © 2019</a:t>
            </a:r>
            <a:endParaRPr/>
          </a:p>
          <a:p>
            <a:pPr marL="0" marR="0" lvl="0" indent="0" algn="l" rtl="0">
              <a:lnSpc>
                <a:spcPct val="65000"/>
              </a:lnSpc>
              <a:spcBef>
                <a:spcPts val="550"/>
              </a:spcBef>
              <a:spcAft>
                <a:spcPts val="0"/>
              </a:spcAft>
              <a:buNone/>
            </a:pPr>
            <a:r>
              <a:rPr lang="en-US" sz="1100" b="1">
                <a:solidFill>
                  <a:srgbClr val="BFBFBF"/>
                </a:solidFill>
                <a:latin typeface="Arial"/>
                <a:ea typeface="Arial"/>
                <a:cs typeface="Arial"/>
                <a:sym typeface="Arial"/>
              </a:rPr>
              <a:t>www.PosterPresentations.com</a:t>
            </a:r>
            <a:endParaRPr/>
          </a:p>
        </p:txBody>
      </p:sp>
      <p:graphicFrame>
        <p:nvGraphicFramePr>
          <p:cNvPr id="63" name="Google Shape;63;p6"/>
          <p:cNvGraphicFramePr/>
          <p:nvPr/>
        </p:nvGraphicFramePr>
        <p:xfrm>
          <a:off x="-10611120" y="14098"/>
          <a:ext cx="3000000" cy="3000000"/>
        </p:xfrm>
        <a:graphic>
          <a:graphicData uri="http://schemas.openxmlformats.org/drawingml/2006/table">
            <a:tbl>
              <a:tblPr firstRow="1" bandRow="1">
                <a:noFill/>
                <a:tableStyleId>{31ADC03B-971A-4465-824B-B061728AB08D}</a:tableStyleId>
              </a:tblPr>
              <a:tblGrid>
                <a:gridCol w="4192250">
                  <a:extLst>
                    <a:ext uri="{9D8B030D-6E8A-4147-A177-3AD203B41FA5}">
                      <a16:colId xmlns:a16="http://schemas.microsoft.com/office/drawing/2014/main" val="20000"/>
                    </a:ext>
                  </a:extLst>
                </a:gridCol>
                <a:gridCol w="5584625">
                  <a:extLst>
                    <a:ext uri="{9D8B030D-6E8A-4147-A177-3AD203B41FA5}">
                      <a16:colId xmlns:a16="http://schemas.microsoft.com/office/drawing/2014/main" val="20001"/>
                    </a:ext>
                  </a:extLst>
                </a:gridCol>
              </a:tblGrid>
              <a:tr h="1329125">
                <a:tc gridSpan="2">
                  <a:txBody>
                    <a:bodyPr/>
                    <a:lstStyle/>
                    <a:p>
                      <a:pPr marL="0" marR="0" lvl="0" indent="0" algn="ctr" rtl="0">
                        <a:lnSpc>
                          <a:spcPct val="100000"/>
                        </a:lnSpc>
                        <a:spcBef>
                          <a:spcPts val="0"/>
                        </a:spcBef>
                        <a:spcAft>
                          <a:spcPts val="0"/>
                        </a:spcAft>
                        <a:buClr>
                          <a:srgbClr val="1F3A4E"/>
                        </a:buClr>
                        <a:buSzPts val="3600"/>
                        <a:buFont typeface="Arial Black"/>
                        <a:buNone/>
                      </a:pPr>
                      <a:r>
                        <a:rPr lang="en-US" sz="3600" b="0" u="none" strike="noStrike" cap="none">
                          <a:solidFill>
                            <a:srgbClr val="1F3A4E"/>
                          </a:solidFill>
                          <a:latin typeface="Arial Black"/>
                          <a:ea typeface="Arial Black"/>
                          <a:cs typeface="Arial Black"/>
                          <a:sym typeface="Arial Black"/>
                        </a:rPr>
                        <a:t>QUICK START GUIDE</a:t>
                      </a:r>
                      <a:br>
                        <a:rPr lang="en-US" sz="3600" b="0" u="none" strike="noStrike" cap="none">
                          <a:solidFill>
                            <a:srgbClr val="1F3A4E"/>
                          </a:solidFill>
                          <a:latin typeface="Arial Black"/>
                          <a:ea typeface="Arial Black"/>
                          <a:cs typeface="Arial Black"/>
                          <a:sym typeface="Arial Black"/>
                        </a:rPr>
                      </a:br>
                      <a:r>
                        <a:rPr lang="en-US" sz="2800" b="1" u="none" strike="noStrike" cap="none">
                          <a:solidFill>
                            <a:srgbClr val="FF0000"/>
                          </a:solidFill>
                          <a:latin typeface="Trebuchet MS"/>
                          <a:ea typeface="Trebuchet MS"/>
                          <a:cs typeface="Trebuchet MS"/>
                          <a:sym typeface="Trebuchet MS"/>
                        </a:rPr>
                        <a:t>(THIS SIDEBAR WILL NOT PRINT)</a:t>
                      </a:r>
                      <a:endParaRPr sz="3600" b="1" u="none" strike="noStrike" cap="none">
                        <a:solidFill>
                          <a:schemeClr val="lt1"/>
                        </a:solidFill>
                        <a:latin typeface="Trebuchet MS"/>
                        <a:ea typeface="Trebuchet MS"/>
                        <a:cs typeface="Trebuchet MS"/>
                        <a:sym typeface="Trebuchet MS"/>
                      </a:endParaRPr>
                    </a:p>
                  </a:txBody>
                  <a:tcPr marL="182875" marR="91450" marT="137150" marB="45725">
                    <a:solidFill>
                      <a:srgbClr val="FFC000"/>
                    </a:solidFill>
                  </a:tcPr>
                </a:tc>
                <a:tc hMerge="1">
                  <a:txBody>
                    <a:bodyPr/>
                    <a:lstStyle/>
                    <a:p>
                      <a:endParaRPr lang="en-US"/>
                    </a:p>
                  </a:txBody>
                  <a:tcPr/>
                </a:tc>
                <a:extLst>
                  <a:ext uri="{0D108BD9-81ED-4DB2-BD59-A6C34878D82A}">
                    <a16:rowId xmlns:a16="http://schemas.microsoft.com/office/drawing/2014/main" val="10000"/>
                  </a:ext>
                </a:extLst>
              </a:tr>
              <a:tr h="4206625">
                <a:tc gridSpan="2">
                  <a:txBody>
                    <a:bodyPr/>
                    <a:lstStyle/>
                    <a:p>
                      <a:pPr marL="0" marR="0" lvl="0" indent="0" algn="l" rtl="0">
                        <a:spcBef>
                          <a:spcPts val="0"/>
                        </a:spcBef>
                        <a:spcAft>
                          <a:spcPts val="0"/>
                        </a:spcAft>
                        <a:buNone/>
                      </a:pPr>
                      <a:r>
                        <a:rPr lang="en-US" sz="2000" i="0" u="none" strike="noStrike" cap="none">
                          <a:solidFill>
                            <a:srgbClr val="D9D9D9"/>
                          </a:solidFill>
                          <a:latin typeface="Arial"/>
                          <a:ea typeface="Arial"/>
                          <a:cs typeface="Arial"/>
                          <a:sym typeface="Arial"/>
                        </a:rPr>
                        <a:t>This PowerPoint template produces a </a:t>
                      </a:r>
                      <a:r>
                        <a:rPr lang="en-US" sz="2000" i="0" u="none" strike="noStrike" cap="none">
                          <a:solidFill>
                            <a:srgbClr val="FFC000"/>
                          </a:solidFill>
                          <a:latin typeface="Arial"/>
                          <a:ea typeface="Arial"/>
                          <a:cs typeface="Arial"/>
                          <a:sym typeface="Arial"/>
                        </a:rPr>
                        <a:t>36"x48" </a:t>
                      </a:r>
                      <a:r>
                        <a:rPr lang="en-US" sz="2000" i="0" u="none" strike="noStrike" cap="none">
                          <a:solidFill>
                            <a:srgbClr val="D9D9D9"/>
                          </a:solidFill>
                          <a:latin typeface="Arial"/>
                          <a:ea typeface="Arial"/>
                          <a:cs typeface="Arial"/>
                          <a:sym typeface="Arial"/>
                        </a:rPr>
                        <a:t>presentation poster. You can use it to create your research poster by placing your title, subtitle, text, tables, charts and photos. </a:t>
                      </a:r>
                      <a:endParaRPr/>
                    </a:p>
                    <a:p>
                      <a:pPr marL="0" marR="0" lvl="0" indent="0" algn="l" rtl="0">
                        <a:spcBef>
                          <a:spcPts val="0"/>
                        </a:spcBef>
                        <a:spcAft>
                          <a:spcPts val="0"/>
                        </a:spcAft>
                        <a:buNone/>
                      </a:pPr>
                      <a:endParaRPr sz="2000" i="0" u="none" strike="noStrike" cap="none">
                        <a:solidFill>
                          <a:srgbClr val="D9D9D9"/>
                        </a:solidFill>
                        <a:latin typeface="Arial"/>
                        <a:ea typeface="Arial"/>
                        <a:cs typeface="Arial"/>
                        <a:sym typeface="Arial"/>
                      </a:endParaRPr>
                    </a:p>
                    <a:p>
                      <a:pPr marL="0" marR="0" lvl="0" indent="0" algn="l" rtl="0">
                        <a:spcBef>
                          <a:spcPts val="0"/>
                        </a:spcBef>
                        <a:spcAft>
                          <a:spcPts val="0"/>
                        </a:spcAft>
                        <a:buNone/>
                      </a:pPr>
                      <a:r>
                        <a:rPr lang="en-US" sz="2000" i="0" u="none" strike="noStrike" cap="none">
                          <a:solidFill>
                            <a:srgbClr val="D9D9D9"/>
                          </a:solidFill>
                          <a:latin typeface="Arial"/>
                          <a:ea typeface="Arial"/>
                          <a:cs typeface="Arial"/>
                          <a:sym typeface="Arial"/>
                        </a:rPr>
                        <a:t>We provide a series of online tutorials that will guide you through the poster design process and answer your poster production questions. For complete template tutorials, go online to </a:t>
                      </a:r>
                      <a:r>
                        <a:rPr lang="en-US" sz="2000" i="0" u="none" strike="noStrike" cap="none">
                          <a:solidFill>
                            <a:srgbClr val="FFC000"/>
                          </a:solidFill>
                          <a:latin typeface="Arial"/>
                          <a:ea typeface="Arial"/>
                          <a:cs typeface="Arial"/>
                          <a:sym typeface="Arial"/>
                        </a:rPr>
                        <a:t>PosterPresentations.com</a:t>
                      </a:r>
                      <a:r>
                        <a:rPr lang="en-US" sz="2000" i="0" u="none" strike="noStrike" cap="none">
                          <a:solidFill>
                            <a:srgbClr val="D9D9D9"/>
                          </a:solidFill>
                          <a:latin typeface="Arial"/>
                          <a:ea typeface="Arial"/>
                          <a:cs typeface="Arial"/>
                          <a:sym typeface="Arial"/>
                        </a:rPr>
                        <a:t> and click on the  </a:t>
                      </a:r>
                      <a:r>
                        <a:rPr lang="en-US" sz="2000" i="0" u="none" strike="noStrike" cap="none">
                          <a:solidFill>
                            <a:srgbClr val="FFC000"/>
                          </a:solidFill>
                          <a:latin typeface="Arial"/>
                          <a:ea typeface="Arial"/>
                          <a:cs typeface="Arial"/>
                          <a:sym typeface="Arial"/>
                        </a:rPr>
                        <a:t>HELP DESK</a:t>
                      </a:r>
                      <a:r>
                        <a:rPr lang="en-US" sz="2000" i="0" u="none" strike="noStrike" cap="none">
                          <a:solidFill>
                            <a:srgbClr val="D9D9D9"/>
                          </a:solidFill>
                          <a:latin typeface="Arial"/>
                          <a:ea typeface="Arial"/>
                          <a:cs typeface="Arial"/>
                          <a:sym typeface="Arial"/>
                        </a:rPr>
                        <a:t> tab.</a:t>
                      </a:r>
                      <a:endParaRPr/>
                    </a:p>
                    <a:p>
                      <a:pPr marL="0" marR="0" lvl="0" indent="0" algn="l" rtl="0">
                        <a:spcBef>
                          <a:spcPts val="0"/>
                        </a:spcBef>
                        <a:spcAft>
                          <a:spcPts val="0"/>
                        </a:spcAft>
                        <a:buNone/>
                      </a:pPr>
                      <a:endParaRPr sz="2000" i="0" u="none" strike="noStrike" cap="none">
                        <a:solidFill>
                          <a:srgbClr val="D9D9D9"/>
                        </a:solidFill>
                        <a:latin typeface="Arial"/>
                        <a:ea typeface="Arial"/>
                        <a:cs typeface="Arial"/>
                        <a:sym typeface="Arial"/>
                      </a:endParaRPr>
                    </a:p>
                    <a:p>
                      <a:pPr marL="0" marR="0" lvl="0" indent="0" algn="l" rtl="0">
                        <a:spcBef>
                          <a:spcPts val="0"/>
                        </a:spcBef>
                        <a:spcAft>
                          <a:spcPts val="0"/>
                        </a:spcAft>
                        <a:buNone/>
                      </a:pPr>
                      <a:r>
                        <a:rPr lang="en-US" sz="2000" i="0" u="none" strike="noStrike" cap="none">
                          <a:solidFill>
                            <a:srgbClr val="D9D9D9"/>
                          </a:solidFill>
                          <a:latin typeface="Arial"/>
                          <a:ea typeface="Arial"/>
                          <a:cs typeface="Arial"/>
                          <a:sym typeface="Arial"/>
                        </a:rPr>
                        <a:t>To print your poster using our same-day professional printing service, go online to </a:t>
                      </a:r>
                      <a:r>
                        <a:rPr lang="en-US" sz="2000" i="0" u="none" strike="noStrike" cap="none">
                          <a:solidFill>
                            <a:srgbClr val="FFC000"/>
                          </a:solidFill>
                          <a:latin typeface="Arial"/>
                          <a:ea typeface="Arial"/>
                          <a:cs typeface="Arial"/>
                          <a:sym typeface="Arial"/>
                        </a:rPr>
                        <a:t>PosterPresentations.com</a:t>
                      </a:r>
                      <a:r>
                        <a:rPr lang="en-US" sz="2000" i="0" u="none" strike="noStrike" cap="none">
                          <a:solidFill>
                            <a:srgbClr val="D9D9D9"/>
                          </a:solidFill>
                          <a:latin typeface="Arial"/>
                          <a:ea typeface="Arial"/>
                          <a:cs typeface="Arial"/>
                          <a:sym typeface="Arial"/>
                        </a:rPr>
                        <a:t> and click on "</a:t>
                      </a:r>
                      <a:r>
                        <a:rPr lang="en-US" sz="2000" i="0" u="none" strike="noStrike" cap="none">
                          <a:solidFill>
                            <a:srgbClr val="FFC000"/>
                          </a:solidFill>
                          <a:latin typeface="Arial"/>
                          <a:ea typeface="Arial"/>
                          <a:cs typeface="Arial"/>
                          <a:sym typeface="Arial"/>
                        </a:rPr>
                        <a:t>Order your poster</a:t>
                      </a:r>
                      <a:r>
                        <a:rPr lang="en-US" sz="2000" i="0" u="none" strike="noStrike" cap="none">
                          <a:solidFill>
                            <a:srgbClr val="D9D9D9"/>
                          </a:solidFill>
                          <a:latin typeface="Arial"/>
                          <a:ea typeface="Arial"/>
                          <a:cs typeface="Arial"/>
                          <a:sym typeface="Arial"/>
                        </a:rPr>
                        <a:t>".</a:t>
                      </a:r>
                      <a:endParaRPr sz="2000" b="1" u="none" strike="noStrike" cap="none">
                        <a:solidFill>
                          <a:srgbClr val="D9D9D9"/>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1"/>
                  </a:ext>
                </a:extLst>
              </a:tr>
              <a:tr h="4572425">
                <a:tc>
                  <a:txBody>
                    <a:bodyPr/>
                    <a:lstStyle/>
                    <a:p>
                      <a:pPr marL="0" marR="0" lvl="0" indent="0" algn="ctr" rtl="0">
                        <a:spcBef>
                          <a:spcPts val="0"/>
                        </a:spcBef>
                        <a:spcAft>
                          <a:spcPts val="0"/>
                        </a:spcAft>
                        <a:buNone/>
                      </a:pPr>
                      <a:endParaRPr sz="2000" u="none" strike="noStrike" cap="none">
                        <a:solidFill>
                          <a:srgbClr val="1F3A4E"/>
                        </a:solidFill>
                      </a:endParaRPr>
                    </a:p>
                    <a:p>
                      <a:pPr marL="0" marR="0" lvl="0" indent="0" algn="ctr" rtl="0">
                        <a:spcBef>
                          <a:spcPts val="0"/>
                        </a:spcBef>
                        <a:spcAft>
                          <a:spcPts val="0"/>
                        </a:spcAft>
                        <a:buNone/>
                      </a:pPr>
                      <a:endParaRPr sz="2000" u="none" strike="noStrike" cap="none">
                        <a:solidFill>
                          <a:srgbClr val="1F3A4E"/>
                        </a:solidFill>
                      </a:endParaRPr>
                    </a:p>
                    <a:p>
                      <a:pPr marL="0" marR="0" lvl="0" indent="0" algn="ctr" rtl="0">
                        <a:spcBef>
                          <a:spcPts val="0"/>
                        </a:spcBef>
                        <a:spcAft>
                          <a:spcPts val="0"/>
                        </a:spcAft>
                        <a:buNone/>
                      </a:pPr>
                      <a:r>
                        <a:rPr lang="en-US" sz="2000" u="none" strike="noStrike" cap="none">
                          <a:solidFill>
                            <a:schemeClr val="lt1"/>
                          </a:solidFill>
                          <a:latin typeface="Arial"/>
                          <a:ea typeface="Arial"/>
                          <a:cs typeface="Arial"/>
                          <a:sym typeface="Arial"/>
                        </a:rPr>
                        <a:t>This is a template for a </a:t>
                      </a:r>
                      <a:endParaRPr/>
                    </a:p>
                    <a:p>
                      <a:pPr marL="0" marR="0" lvl="0" indent="0" algn="ctr" rtl="0">
                        <a:spcBef>
                          <a:spcPts val="0"/>
                        </a:spcBef>
                        <a:spcAft>
                          <a:spcPts val="0"/>
                        </a:spcAft>
                        <a:buNone/>
                      </a:pPr>
                      <a:r>
                        <a:rPr lang="en-US" sz="2000" u="none" strike="noStrike" cap="none">
                          <a:solidFill>
                            <a:schemeClr val="lt1"/>
                          </a:solidFill>
                          <a:latin typeface="Arial"/>
                          <a:ea typeface="Arial"/>
                          <a:cs typeface="Arial"/>
                          <a:sym typeface="Arial"/>
                        </a:rPr>
                        <a:t>presentation poster</a:t>
                      </a:r>
                      <a:br>
                        <a:rPr lang="en-US" sz="2000" u="none" strike="noStrike" cap="none">
                          <a:solidFill>
                            <a:schemeClr val="lt1"/>
                          </a:solidFill>
                          <a:latin typeface="Arial"/>
                          <a:ea typeface="Arial"/>
                          <a:cs typeface="Arial"/>
                          <a:sym typeface="Arial"/>
                        </a:rPr>
                      </a:br>
                      <a:r>
                        <a:rPr lang="en-US" sz="3600" b="1" u="none" strike="noStrike" cap="none">
                          <a:solidFill>
                            <a:srgbClr val="FFC000"/>
                          </a:solidFill>
                          <a:latin typeface="Arial"/>
                          <a:ea typeface="Arial"/>
                          <a:cs typeface="Arial"/>
                          <a:sym typeface="Arial"/>
                        </a:rPr>
                        <a:t>36 inches tall</a:t>
                      </a:r>
                      <a:br>
                        <a:rPr lang="en-US" sz="3600" b="1" u="none" strike="noStrike" cap="none">
                          <a:solidFill>
                            <a:srgbClr val="FFC000"/>
                          </a:solidFill>
                          <a:latin typeface="Arial"/>
                          <a:ea typeface="Arial"/>
                          <a:cs typeface="Arial"/>
                          <a:sym typeface="Arial"/>
                        </a:rPr>
                      </a:br>
                      <a:r>
                        <a:rPr lang="en-US" sz="3600" b="1" u="none" strike="noStrike" cap="none">
                          <a:solidFill>
                            <a:srgbClr val="FFC000"/>
                          </a:solidFill>
                          <a:latin typeface="Arial"/>
                          <a:ea typeface="Arial"/>
                          <a:cs typeface="Arial"/>
                          <a:sym typeface="Arial"/>
                        </a:rPr>
                        <a:t>by</a:t>
                      </a:r>
                      <a:br>
                        <a:rPr lang="en-US" sz="3600" b="1" u="none" strike="noStrike" cap="none">
                          <a:solidFill>
                            <a:srgbClr val="FFC000"/>
                          </a:solidFill>
                          <a:latin typeface="Arial"/>
                          <a:ea typeface="Arial"/>
                          <a:cs typeface="Arial"/>
                          <a:sym typeface="Arial"/>
                        </a:rPr>
                      </a:br>
                      <a:r>
                        <a:rPr lang="en-US" sz="3600" b="1" u="none" strike="noStrike" cap="none">
                          <a:solidFill>
                            <a:srgbClr val="FFC000"/>
                          </a:solidFill>
                          <a:latin typeface="Arial"/>
                          <a:ea typeface="Arial"/>
                          <a:cs typeface="Arial"/>
                          <a:sym typeface="Arial"/>
                        </a:rPr>
                        <a:t>48 inches wide</a:t>
                      </a:r>
                      <a:br>
                        <a:rPr lang="en-US" sz="2000" u="none" strike="noStrike" cap="none">
                          <a:solidFill>
                            <a:schemeClr val="lt1"/>
                          </a:solidFill>
                          <a:latin typeface="Arial"/>
                          <a:ea typeface="Arial"/>
                          <a:cs typeface="Arial"/>
                          <a:sym typeface="Arial"/>
                        </a:rPr>
                      </a:br>
                      <a:endParaRPr sz="2000" u="none" strike="noStrike" cap="none">
                        <a:solidFill>
                          <a:srgbClr val="1F3A4E"/>
                        </a:solidFill>
                      </a:endParaRPr>
                    </a:p>
                  </a:txBody>
                  <a:tcPr marL="91450" marR="91450" marT="45725" marB="45725">
                    <a:solidFill>
                      <a:srgbClr val="010101"/>
                    </a:solidFill>
                  </a:tcPr>
                </a:tc>
                <a:tc>
                  <a:txBody>
                    <a:bodyPr/>
                    <a:lstStyle/>
                    <a:p>
                      <a:pPr marL="0" marR="0" lvl="0" indent="0" algn="l" rtl="0">
                        <a:lnSpc>
                          <a:spcPct val="100000"/>
                        </a:lnSpc>
                        <a:spcBef>
                          <a:spcPts val="0"/>
                        </a:spcBef>
                        <a:spcAft>
                          <a:spcPts val="0"/>
                        </a:spcAft>
                        <a:buClr>
                          <a:srgbClr val="FFC000"/>
                        </a:buClr>
                        <a:buSzPts val="2400"/>
                        <a:buFont typeface="Arial"/>
                        <a:buNone/>
                      </a:pPr>
                      <a:r>
                        <a:rPr lang="en-US" sz="2400" b="1" u="none" strike="noStrike" cap="none">
                          <a:solidFill>
                            <a:srgbClr val="FFC000"/>
                          </a:solidFill>
                          <a:latin typeface="Arial"/>
                          <a:ea typeface="Arial"/>
                          <a:cs typeface="Arial"/>
                          <a:sym typeface="Arial"/>
                        </a:rPr>
                        <a:t>Important: Check the template size</a:t>
                      </a:r>
                      <a:br>
                        <a:rPr lang="en-US" sz="2000" b="0" u="none" strike="noStrike" cap="none">
                          <a:solidFill>
                            <a:srgbClr val="FFC000"/>
                          </a:solidFill>
                          <a:latin typeface="Arial"/>
                          <a:ea typeface="Arial"/>
                          <a:cs typeface="Arial"/>
                          <a:sym typeface="Arial"/>
                        </a:rPr>
                      </a:br>
                      <a:r>
                        <a:rPr lang="en-US" sz="2000" b="0" u="none" strike="noStrike" cap="none">
                          <a:solidFill>
                            <a:srgbClr val="D9D9D9"/>
                          </a:solidFill>
                          <a:latin typeface="Arial"/>
                          <a:ea typeface="Arial"/>
                          <a:cs typeface="Arial"/>
                          <a:sym typeface="Arial"/>
                        </a:rPr>
                        <a:t>Before you start working on your poster and to avoid printing problems check that you have downloaded and that you are using the correct size template for your poster presentation.</a:t>
                      </a:r>
                      <a:br>
                        <a:rPr lang="en-US" sz="2000" b="0" u="none" strike="noStrike" cap="none">
                          <a:solidFill>
                            <a:srgbClr val="D9D9D9"/>
                          </a:solidFill>
                          <a:latin typeface="Arial"/>
                          <a:ea typeface="Arial"/>
                          <a:cs typeface="Arial"/>
                          <a:sym typeface="Arial"/>
                        </a:rPr>
                      </a:br>
                      <a:r>
                        <a:rPr lang="en-US" sz="2000" b="0" u="none" strike="noStrike" cap="none">
                          <a:solidFill>
                            <a:srgbClr val="D9D9D9"/>
                          </a:solidFill>
                          <a:latin typeface="Arial"/>
                          <a:ea typeface="Arial"/>
                          <a:cs typeface="Arial"/>
                          <a:sym typeface="Arial"/>
                        </a:rPr>
                        <a:t>This template can also be printed at the following sizes without distortion and without any additional formatting:</a:t>
                      </a:r>
                      <a:br>
                        <a:rPr lang="en-US" sz="2000" b="0" u="none" strike="noStrike" cap="none">
                          <a:solidFill>
                            <a:srgbClr val="D9D9D9"/>
                          </a:solidFill>
                          <a:latin typeface="Arial"/>
                          <a:ea typeface="Arial"/>
                          <a:cs typeface="Arial"/>
                          <a:sym typeface="Arial"/>
                        </a:rPr>
                      </a:br>
                      <a:r>
                        <a:rPr lang="en-US" sz="2000" b="0" u="none" strike="noStrike" cap="none">
                          <a:solidFill>
                            <a:srgbClr val="FFC000"/>
                          </a:solidFill>
                          <a:latin typeface="Arial"/>
                          <a:ea typeface="Arial"/>
                          <a:cs typeface="Arial"/>
                          <a:sym typeface="Arial"/>
                        </a:rPr>
                        <a:t>30 tall x 40 wide</a:t>
                      </a:r>
                      <a:br>
                        <a:rPr lang="en-US" sz="2000" b="0" u="none" strike="noStrike" cap="none">
                          <a:solidFill>
                            <a:srgbClr val="FFC000"/>
                          </a:solidFill>
                          <a:latin typeface="Arial"/>
                          <a:ea typeface="Arial"/>
                          <a:cs typeface="Arial"/>
                          <a:sym typeface="Arial"/>
                        </a:rPr>
                      </a:br>
                      <a:r>
                        <a:rPr lang="en-US" sz="2000" b="0" u="none" strike="noStrike" cap="none">
                          <a:solidFill>
                            <a:srgbClr val="FFC000"/>
                          </a:solidFill>
                          <a:latin typeface="Arial"/>
                          <a:ea typeface="Arial"/>
                          <a:cs typeface="Arial"/>
                          <a:sym typeface="Arial"/>
                        </a:rPr>
                        <a:t>42 tall x 56 wide</a:t>
                      </a:r>
                      <a:br>
                        <a:rPr lang="en-US" sz="2000" b="0" u="none" strike="noStrike" cap="none">
                          <a:solidFill>
                            <a:srgbClr val="FFC000"/>
                          </a:solidFill>
                          <a:latin typeface="Arial"/>
                          <a:ea typeface="Arial"/>
                          <a:cs typeface="Arial"/>
                          <a:sym typeface="Arial"/>
                        </a:rPr>
                      </a:br>
                      <a:r>
                        <a:rPr lang="en-US" sz="2000" b="0" u="none" strike="noStrike" cap="none">
                          <a:solidFill>
                            <a:srgbClr val="FFC000"/>
                          </a:solidFill>
                          <a:latin typeface="Arial"/>
                          <a:ea typeface="Arial"/>
                          <a:cs typeface="Arial"/>
                          <a:sym typeface="Arial"/>
                        </a:rPr>
                        <a:t>48 tall x 64 wide</a:t>
                      </a:r>
                      <a:endParaRPr/>
                    </a:p>
                  </a:txBody>
                  <a:tcPr marL="182875" marR="91450" marT="137150" marB="45725">
                    <a:solidFill>
                      <a:srgbClr val="010101"/>
                    </a:solidFill>
                  </a:tcPr>
                </a:tc>
                <a:extLst>
                  <a:ext uri="{0D108BD9-81ED-4DB2-BD59-A6C34878D82A}">
                    <a16:rowId xmlns:a16="http://schemas.microsoft.com/office/drawing/2014/main" val="10002"/>
                  </a:ext>
                </a:extLst>
              </a:tr>
              <a:tr h="4288700">
                <a:tc>
                  <a:txBody>
                    <a:bodyPr/>
                    <a:lstStyle/>
                    <a:p>
                      <a:pPr marL="0" marR="0" lvl="0" indent="0" algn="l" rtl="0">
                        <a:spcBef>
                          <a:spcPts val="0"/>
                        </a:spcBef>
                        <a:spcAft>
                          <a:spcPts val="0"/>
                        </a:spcAft>
                        <a:buNone/>
                      </a:pPr>
                      <a:endParaRPr sz="2000">
                        <a:solidFill>
                          <a:srgbClr val="1F3A4E"/>
                        </a:solidFill>
                      </a:endParaRPr>
                    </a:p>
                  </a:txBody>
                  <a:tcPr marL="91450" marR="91450" marT="45725" marB="45725"/>
                </a:tc>
                <a:tc>
                  <a:txBody>
                    <a:bodyPr/>
                    <a:lstStyle/>
                    <a:p>
                      <a:pPr marL="0" marR="0" lvl="0" indent="0" algn="l" rtl="0">
                        <a:spcBef>
                          <a:spcPts val="0"/>
                        </a:spcBef>
                        <a:spcAft>
                          <a:spcPts val="0"/>
                        </a:spcAft>
                        <a:buNone/>
                      </a:pPr>
                      <a:r>
                        <a:rPr lang="en-US" sz="2400" b="1">
                          <a:solidFill>
                            <a:srgbClr val="FFC000"/>
                          </a:solidFill>
                          <a:latin typeface="Arial"/>
                          <a:ea typeface="Arial"/>
                          <a:cs typeface="Arial"/>
                          <a:sym typeface="Arial"/>
                        </a:rPr>
                        <a:t>How to </a:t>
                      </a:r>
                      <a:r>
                        <a:rPr lang="en-US" sz="4000" b="1">
                          <a:solidFill>
                            <a:srgbClr val="FFC000"/>
                          </a:solidFill>
                          <a:latin typeface="Arial"/>
                          <a:ea typeface="Arial"/>
                          <a:cs typeface="Arial"/>
                          <a:sym typeface="Arial"/>
                        </a:rPr>
                        <a:t>Zoom in </a:t>
                      </a:r>
                      <a:r>
                        <a:rPr lang="en-US" sz="2400" b="1">
                          <a:solidFill>
                            <a:srgbClr val="FFC000"/>
                          </a:solidFill>
                          <a:latin typeface="Arial"/>
                          <a:ea typeface="Arial"/>
                          <a:cs typeface="Arial"/>
                          <a:sym typeface="Arial"/>
                        </a:rPr>
                        <a:t>and </a:t>
                      </a:r>
                      <a:r>
                        <a:rPr lang="en-US" sz="1800" b="1">
                          <a:solidFill>
                            <a:srgbClr val="FFC000"/>
                          </a:solidFill>
                          <a:latin typeface="Arial"/>
                          <a:ea typeface="Arial"/>
                          <a:cs typeface="Arial"/>
                          <a:sym typeface="Arial"/>
                        </a:rPr>
                        <a:t>out</a:t>
                      </a:r>
                      <a:endParaRPr sz="2400" b="1">
                        <a:solidFill>
                          <a:srgbClr val="FFC000"/>
                        </a:solidFill>
                        <a:latin typeface="Arial"/>
                        <a:ea typeface="Arial"/>
                        <a:cs typeface="Arial"/>
                        <a:sym typeface="Arial"/>
                      </a:endParaRPr>
                    </a:p>
                    <a:p>
                      <a:pPr marL="0" marR="0" lvl="0" indent="0" algn="l" rtl="0">
                        <a:spcBef>
                          <a:spcPts val="0"/>
                        </a:spcBef>
                        <a:spcAft>
                          <a:spcPts val="0"/>
                        </a:spcAft>
                        <a:buNone/>
                      </a:pPr>
                      <a:r>
                        <a:rPr lang="en-US" sz="2000" b="0">
                          <a:solidFill>
                            <a:srgbClr val="D9D9D9"/>
                          </a:solidFill>
                          <a:latin typeface="Arial"/>
                          <a:ea typeface="Arial"/>
                          <a:cs typeface="Arial"/>
                          <a:sym typeface="Arial"/>
                        </a:rPr>
                        <a:t>Use the PowerPoint zoom tool to adjust the screen magnification to view comfortably. PowerPoint provides 2 ways to zoom: </a:t>
                      </a:r>
                      <a:br>
                        <a:rPr lang="en-US" sz="2000" b="0">
                          <a:solidFill>
                            <a:srgbClr val="D9D9D9"/>
                          </a:solidFill>
                          <a:latin typeface="Arial"/>
                          <a:ea typeface="Arial"/>
                          <a:cs typeface="Arial"/>
                          <a:sym typeface="Arial"/>
                        </a:rPr>
                      </a:br>
                      <a:r>
                        <a:rPr lang="en-US" sz="2000" b="0">
                          <a:solidFill>
                            <a:srgbClr val="FFC000"/>
                          </a:solidFill>
                          <a:latin typeface="Arial"/>
                          <a:ea typeface="Arial"/>
                          <a:cs typeface="Arial"/>
                          <a:sym typeface="Arial"/>
                        </a:rPr>
                        <a:t>1. </a:t>
                      </a:r>
                      <a:r>
                        <a:rPr lang="en-US" sz="2000" b="0">
                          <a:solidFill>
                            <a:srgbClr val="D9D9D9"/>
                          </a:solidFill>
                          <a:latin typeface="Arial"/>
                          <a:ea typeface="Arial"/>
                          <a:cs typeface="Arial"/>
                          <a:sym typeface="Arial"/>
                        </a:rPr>
                        <a:t>On the top menu bar click on the VIEW tab and then click on ZOOM. Choose the zoom percentage that works best for you. </a:t>
                      </a:r>
                      <a:br>
                        <a:rPr lang="en-US" sz="2000" b="0">
                          <a:solidFill>
                            <a:srgbClr val="D9D9D9"/>
                          </a:solidFill>
                          <a:latin typeface="Arial"/>
                          <a:ea typeface="Arial"/>
                          <a:cs typeface="Arial"/>
                          <a:sym typeface="Arial"/>
                        </a:rPr>
                      </a:br>
                      <a:r>
                        <a:rPr lang="en-US" sz="2000" b="0">
                          <a:solidFill>
                            <a:srgbClr val="FFC000"/>
                          </a:solidFill>
                          <a:latin typeface="Arial"/>
                          <a:ea typeface="Arial"/>
                          <a:cs typeface="Arial"/>
                          <a:sym typeface="Arial"/>
                        </a:rPr>
                        <a:t>2. </a:t>
                      </a:r>
                      <a:r>
                        <a:rPr lang="en-US" sz="2000" b="0">
                          <a:solidFill>
                            <a:srgbClr val="D9D9D9"/>
                          </a:solidFill>
                          <a:latin typeface="Arial"/>
                          <a:ea typeface="Arial"/>
                          <a:cs typeface="Arial"/>
                          <a:sym typeface="Arial"/>
                        </a:rPr>
                        <a:t>For better zoom flexibility, use the zoom slider at the bottom right of the window.</a:t>
                      </a:r>
                      <a:endParaRPr/>
                    </a:p>
                  </a:txBody>
                  <a:tcPr marL="182875" marR="91450" marT="137150" marB="45725">
                    <a:solidFill>
                      <a:srgbClr val="010101"/>
                    </a:solidFill>
                  </a:tcPr>
                </a:tc>
                <a:extLst>
                  <a:ext uri="{0D108BD9-81ED-4DB2-BD59-A6C34878D82A}">
                    <a16:rowId xmlns:a16="http://schemas.microsoft.com/office/drawing/2014/main" val="10003"/>
                  </a:ext>
                </a:extLst>
              </a:tr>
              <a:tr h="1800525">
                <a:tc gridSpan="2">
                  <a:txBody>
                    <a:bodyPr/>
                    <a:lstStyle/>
                    <a:p>
                      <a:pPr marL="0" marR="0" lvl="0" indent="0" algn="l" rtl="0">
                        <a:lnSpc>
                          <a:spcPct val="100000"/>
                        </a:lnSpc>
                        <a:spcBef>
                          <a:spcPts val="0"/>
                        </a:spcBef>
                        <a:spcAft>
                          <a:spcPts val="0"/>
                        </a:spcAft>
                        <a:buClr>
                          <a:srgbClr val="FFC000"/>
                        </a:buClr>
                        <a:buSzPts val="2400"/>
                        <a:buFont typeface="Arial"/>
                        <a:buNone/>
                      </a:pPr>
                      <a:r>
                        <a:rPr lang="en-US" sz="2400" b="1">
                          <a:solidFill>
                            <a:srgbClr val="FFC000"/>
                          </a:solidFill>
                          <a:latin typeface="Arial"/>
                          <a:ea typeface="Arial"/>
                          <a:cs typeface="Arial"/>
                          <a:sym typeface="Arial"/>
                        </a:rPr>
                        <a:t>Ruler and Guides</a:t>
                      </a:r>
                      <a:br>
                        <a:rPr lang="en-US" sz="2000" b="0">
                          <a:solidFill>
                            <a:srgbClr val="FFC000"/>
                          </a:solidFill>
                          <a:latin typeface="Arial"/>
                          <a:ea typeface="Arial"/>
                          <a:cs typeface="Arial"/>
                          <a:sym typeface="Arial"/>
                        </a:rPr>
                      </a:br>
                      <a:r>
                        <a:rPr lang="en-US" sz="2000" b="0">
                          <a:solidFill>
                            <a:srgbClr val="D9D9D9"/>
                          </a:solidFill>
                          <a:latin typeface="Arial"/>
                          <a:ea typeface="Arial"/>
                          <a:cs typeface="Arial"/>
                          <a:sym typeface="Arial"/>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endParaRPr/>
                    </a:p>
                  </a:txBody>
                  <a:tcPr marL="91450" marR="91450" marT="45725" marB="45725">
                    <a:solidFill>
                      <a:srgbClr val="010101"/>
                    </a:solidFill>
                  </a:tcPr>
                </a:tc>
                <a:tc hMerge="1">
                  <a:txBody>
                    <a:bodyPr/>
                    <a:lstStyle/>
                    <a:p>
                      <a:endParaRPr lang="en-US"/>
                    </a:p>
                  </a:txBody>
                  <a:tcPr/>
                </a:tc>
                <a:extLst>
                  <a:ext uri="{0D108BD9-81ED-4DB2-BD59-A6C34878D82A}">
                    <a16:rowId xmlns:a16="http://schemas.microsoft.com/office/drawing/2014/main" val="10004"/>
                  </a:ext>
                </a:extLst>
              </a:tr>
              <a:tr h="3824350">
                <a:tc>
                  <a:txBody>
                    <a:bodyPr/>
                    <a:lstStyle/>
                    <a:p>
                      <a:pPr marL="0" marR="0" lvl="0" indent="0" algn="l" rtl="0">
                        <a:spcBef>
                          <a:spcPts val="0"/>
                        </a:spcBef>
                        <a:spcAft>
                          <a:spcPts val="0"/>
                        </a:spcAft>
                        <a:buNone/>
                      </a:pPr>
                      <a:endParaRPr sz="2000">
                        <a:solidFill>
                          <a:srgbClr val="1F3A4E"/>
                        </a:solidFill>
                      </a:endParaRPr>
                    </a:p>
                  </a:txBody>
                  <a:tcPr marL="91450" marR="91450" marT="45725" marB="45725"/>
                </a:tc>
                <a:tc>
                  <a:txBody>
                    <a:bodyPr/>
                    <a:lstStyle/>
                    <a:p>
                      <a:pPr marL="0" marR="0" lvl="1" indent="0" algn="l" rtl="0">
                        <a:spcBef>
                          <a:spcPts val="0"/>
                        </a:spcBef>
                        <a:spcAft>
                          <a:spcPts val="0"/>
                        </a:spcAft>
                        <a:buNone/>
                      </a:pPr>
                      <a:r>
                        <a:rPr lang="en-US" sz="2400" b="1" u="none" strike="noStrike" cap="none">
                          <a:solidFill>
                            <a:srgbClr val="FFC000"/>
                          </a:solidFill>
                          <a:latin typeface="Arial"/>
                          <a:ea typeface="Arial"/>
                          <a:cs typeface="Arial"/>
                          <a:sym typeface="Arial"/>
                        </a:rPr>
                        <a:t>Headers and text containers</a:t>
                      </a:r>
                      <a:br>
                        <a:rPr lang="en-US" sz="2000" b="0" u="none" strike="noStrike" cap="none">
                          <a:solidFill>
                            <a:schemeClr val="lt1"/>
                          </a:solidFill>
                          <a:latin typeface="Arial"/>
                          <a:ea typeface="Arial"/>
                          <a:cs typeface="Arial"/>
                          <a:sym typeface="Arial"/>
                        </a:rPr>
                      </a:br>
                      <a:r>
                        <a:rPr lang="en-US" sz="2000" b="0" u="none" strike="noStrike" cap="none">
                          <a:solidFill>
                            <a:srgbClr val="D9D9D9"/>
                          </a:solidFill>
                          <a:latin typeface="Arial"/>
                          <a:ea typeface="Arial"/>
                          <a:cs typeface="Arial"/>
                          <a:sym typeface="Arial"/>
                        </a:rPr>
                        <a:t>Included in this template are commonly used section headers such as Abstract, Objectives, Methods, Results, etc. </a:t>
                      </a:r>
                      <a:br>
                        <a:rPr lang="en-US" sz="2000" b="0" u="none" strike="noStrike" cap="none">
                          <a:solidFill>
                            <a:schemeClr val="lt1"/>
                          </a:solidFill>
                          <a:latin typeface="Arial"/>
                          <a:ea typeface="Arial"/>
                          <a:cs typeface="Arial"/>
                          <a:sym typeface="Arial"/>
                        </a:rPr>
                      </a:br>
                      <a:r>
                        <a:rPr lang="en-US" sz="2000" b="0" u="none" strike="noStrike" cap="none">
                          <a:solidFill>
                            <a:srgbClr val="FFC000"/>
                          </a:solidFill>
                          <a:latin typeface="Arial"/>
                          <a:ea typeface="Arial"/>
                          <a:cs typeface="Arial"/>
                          <a:sym typeface="Arial"/>
                        </a:rPr>
                        <a:t>-</a:t>
                      </a:r>
                      <a:r>
                        <a:rPr lang="en-US" sz="2000" b="0" u="none" strike="noStrike" cap="none">
                          <a:solidFill>
                            <a:schemeClr val="lt1"/>
                          </a:solidFill>
                          <a:latin typeface="Arial"/>
                          <a:ea typeface="Arial"/>
                          <a:cs typeface="Arial"/>
                          <a:sym typeface="Arial"/>
                        </a:rPr>
                        <a:t> </a:t>
                      </a:r>
                      <a:r>
                        <a:rPr lang="en-US" sz="2000" b="0" u="none" strike="noStrike" cap="none">
                          <a:solidFill>
                            <a:srgbClr val="D9D9D9"/>
                          </a:solidFill>
                          <a:latin typeface="Arial"/>
                          <a:ea typeface="Arial"/>
                          <a:cs typeface="Arial"/>
                          <a:sym typeface="Arial"/>
                        </a:rPr>
                        <a:t>Click inside a section header to add its text. </a:t>
                      </a:r>
                      <a:br>
                        <a:rPr lang="en-US" sz="2000" b="0" u="none" strike="noStrike" cap="none">
                          <a:solidFill>
                            <a:schemeClr val="lt1"/>
                          </a:solidFill>
                          <a:latin typeface="Arial"/>
                          <a:ea typeface="Arial"/>
                          <a:cs typeface="Arial"/>
                          <a:sym typeface="Arial"/>
                        </a:rPr>
                      </a:br>
                      <a:r>
                        <a:rPr lang="en-US" sz="2000" b="0" u="none" strike="noStrike" cap="none">
                          <a:solidFill>
                            <a:srgbClr val="FFC000"/>
                          </a:solidFill>
                          <a:latin typeface="Arial"/>
                          <a:ea typeface="Arial"/>
                          <a:cs typeface="Arial"/>
                          <a:sym typeface="Arial"/>
                        </a:rPr>
                        <a:t>-</a:t>
                      </a:r>
                      <a:r>
                        <a:rPr lang="en-US" sz="2000" b="0" u="none" strike="noStrike" cap="none">
                          <a:solidFill>
                            <a:schemeClr val="lt1"/>
                          </a:solidFill>
                          <a:latin typeface="Arial"/>
                          <a:ea typeface="Arial"/>
                          <a:cs typeface="Arial"/>
                          <a:sym typeface="Arial"/>
                        </a:rPr>
                        <a:t> </a:t>
                      </a:r>
                      <a:r>
                        <a:rPr lang="en-US" sz="2000" b="0" u="none" strike="noStrike" cap="none">
                          <a:solidFill>
                            <a:srgbClr val="D9D9D9"/>
                          </a:solidFill>
                          <a:latin typeface="Arial"/>
                          <a:ea typeface="Arial"/>
                          <a:cs typeface="Arial"/>
                          <a:sym typeface="Arial"/>
                        </a:rPr>
                        <a:t>To add another header, click on edge of the section box so that it is outlined. Copy and paste it. </a:t>
                      </a:r>
                      <a:br>
                        <a:rPr lang="en-US" sz="2000" b="0" u="none" strike="noStrike" cap="none">
                          <a:solidFill>
                            <a:schemeClr val="lt1"/>
                          </a:solidFill>
                          <a:latin typeface="Arial"/>
                          <a:ea typeface="Arial"/>
                          <a:cs typeface="Arial"/>
                          <a:sym typeface="Arial"/>
                        </a:rPr>
                      </a:br>
                      <a:r>
                        <a:rPr lang="en-US" sz="2000" b="0" u="none" strike="noStrike" cap="none">
                          <a:solidFill>
                            <a:srgbClr val="FFC000"/>
                          </a:solidFill>
                          <a:latin typeface="Arial"/>
                          <a:ea typeface="Arial"/>
                          <a:cs typeface="Arial"/>
                          <a:sym typeface="Arial"/>
                        </a:rPr>
                        <a:t>-</a:t>
                      </a:r>
                      <a:r>
                        <a:rPr lang="en-US" sz="2000" b="0" u="none" strike="noStrike" cap="none">
                          <a:solidFill>
                            <a:schemeClr val="lt1"/>
                          </a:solidFill>
                          <a:latin typeface="Arial"/>
                          <a:ea typeface="Arial"/>
                          <a:cs typeface="Arial"/>
                          <a:sym typeface="Arial"/>
                        </a:rPr>
                        <a:t> </a:t>
                      </a:r>
                      <a:r>
                        <a:rPr lang="en-US" sz="2000" b="0" u="none" strike="noStrike" cap="none">
                          <a:solidFill>
                            <a:srgbClr val="D9D9D9"/>
                          </a:solidFill>
                          <a:latin typeface="Arial"/>
                          <a:ea typeface="Arial"/>
                          <a:cs typeface="Arial"/>
                          <a:sym typeface="Arial"/>
                        </a:rPr>
                        <a:t>To increase its size, click on the white circles and expand to the the desired size.</a:t>
                      </a:r>
                      <a:endParaRPr/>
                    </a:p>
                  </a:txBody>
                  <a:tcPr marL="182875" marR="91450" marT="137150" marB="45725">
                    <a:solidFill>
                      <a:srgbClr val="010101"/>
                    </a:solidFill>
                  </a:tcPr>
                </a:tc>
                <a:extLst>
                  <a:ext uri="{0D108BD9-81ED-4DB2-BD59-A6C34878D82A}">
                    <a16:rowId xmlns:a16="http://schemas.microsoft.com/office/drawing/2014/main" val="10005"/>
                  </a:ext>
                </a:extLst>
              </a:tr>
              <a:tr h="3519125">
                <a:tc gridSpan="2">
                  <a:txBody>
                    <a:bodyPr/>
                    <a:lstStyle/>
                    <a:p>
                      <a:pPr marL="0" marR="0" lvl="0" indent="0" algn="l" rtl="0">
                        <a:spcBef>
                          <a:spcPts val="0"/>
                        </a:spcBef>
                        <a:spcAft>
                          <a:spcPts val="0"/>
                        </a:spcAft>
                        <a:buNone/>
                      </a:pPr>
                      <a:r>
                        <a:rPr lang="en-US" sz="2400" b="1">
                          <a:solidFill>
                            <a:srgbClr val="FFC000"/>
                          </a:solidFill>
                          <a:latin typeface="Arial"/>
                          <a:ea typeface="Arial"/>
                          <a:cs typeface="Arial"/>
                          <a:sym typeface="Arial"/>
                        </a:rPr>
                        <a:t>Adding content to the poster</a:t>
                      </a:r>
                      <a:endParaRPr/>
                    </a:p>
                    <a:p>
                      <a:pPr marL="0" marR="0" lvl="0" indent="0" algn="l" rtl="0">
                        <a:spcBef>
                          <a:spcPts val="0"/>
                        </a:spcBef>
                        <a:spcAft>
                          <a:spcPts val="0"/>
                        </a:spcAft>
                        <a:buNone/>
                      </a:pPr>
                      <a:r>
                        <a:rPr lang="en-US" sz="2000">
                          <a:solidFill>
                            <a:srgbClr val="D9D9D9"/>
                          </a:solidFill>
                          <a:latin typeface="Arial"/>
                          <a:ea typeface="Arial"/>
                          <a:cs typeface="Arial"/>
                          <a:sym typeface="Arial"/>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endParaRPr/>
                    </a:p>
                    <a:p>
                      <a:pPr marL="342900" marR="0" lvl="0" indent="-342900" algn="l" rtl="0">
                        <a:spcBef>
                          <a:spcPts val="0"/>
                        </a:spcBef>
                        <a:spcAft>
                          <a:spcPts val="0"/>
                        </a:spcAft>
                        <a:buClr>
                          <a:srgbClr val="D9D9D9"/>
                        </a:buClr>
                        <a:buSzPts val="2000"/>
                        <a:buFont typeface="Arial"/>
                        <a:buChar char="-"/>
                      </a:pPr>
                      <a:r>
                        <a:rPr lang="en-US" sz="2000">
                          <a:solidFill>
                            <a:srgbClr val="D9D9D9"/>
                          </a:solidFill>
                          <a:latin typeface="Arial"/>
                          <a:ea typeface="Arial"/>
                          <a:cs typeface="Arial"/>
                          <a:sym typeface="Arial"/>
                        </a:rPr>
                        <a:t>If you run out of room, try to reduce the size of your fonts and/or the size of your graphics. If there is a lot of empty space try to increase your font sizes and the size of your graphics. The font used for references can be smaller.</a:t>
                      </a:r>
                      <a:endParaRPr sz="2000">
                        <a:solidFill>
                          <a:srgbClr val="D9D9D9"/>
                        </a:solidFill>
                        <a:latin typeface="Arial"/>
                        <a:ea typeface="Arial"/>
                        <a:cs typeface="Arial"/>
                        <a:sym typeface="Arial"/>
                      </a:endParaRPr>
                    </a:p>
                  </a:txBody>
                  <a:tcPr marL="91450" marR="91450" marT="45725" marB="45725">
                    <a:solidFill>
                      <a:srgbClr val="010101"/>
                    </a:solidFill>
                  </a:tcPr>
                </a:tc>
                <a:tc hMerge="1">
                  <a:txBody>
                    <a:bodyPr/>
                    <a:lstStyle/>
                    <a:p>
                      <a:endParaRPr lang="en-US"/>
                    </a:p>
                  </a:txBody>
                  <a:tcPr/>
                </a:tc>
                <a:extLst>
                  <a:ext uri="{0D108BD9-81ED-4DB2-BD59-A6C34878D82A}">
                    <a16:rowId xmlns:a16="http://schemas.microsoft.com/office/drawing/2014/main" val="10006"/>
                  </a:ext>
                </a:extLst>
              </a:tr>
              <a:tr h="2377650">
                <a:tc gridSpan="2">
                  <a:txBody>
                    <a:bodyPr/>
                    <a:lstStyle/>
                    <a:p>
                      <a:pPr marL="0" marR="0" lvl="0" indent="0" algn="l" rtl="0">
                        <a:lnSpc>
                          <a:spcPct val="100000"/>
                        </a:lnSpc>
                        <a:spcBef>
                          <a:spcPts val="0"/>
                        </a:spcBef>
                        <a:spcAft>
                          <a:spcPts val="0"/>
                        </a:spcAft>
                        <a:buClr>
                          <a:srgbClr val="FFC000"/>
                        </a:buClr>
                        <a:buSzPts val="2400"/>
                        <a:buFont typeface="Arial"/>
                        <a:buNone/>
                      </a:pPr>
                      <a:r>
                        <a:rPr lang="en-US" sz="2400" b="1">
                          <a:solidFill>
                            <a:srgbClr val="FFC000"/>
                          </a:solidFill>
                          <a:latin typeface="Arial"/>
                          <a:ea typeface="Arial"/>
                          <a:cs typeface="Arial"/>
                          <a:sym typeface="Arial"/>
                        </a:rPr>
                        <a:t>Photos</a:t>
                      </a:r>
                      <a:endParaRPr/>
                    </a:p>
                    <a:p>
                      <a:pPr marL="0" marR="0" lvl="0" indent="0" algn="l" rtl="0">
                        <a:lnSpc>
                          <a:spcPct val="100000"/>
                        </a:lnSpc>
                        <a:spcBef>
                          <a:spcPts val="0"/>
                        </a:spcBef>
                        <a:spcAft>
                          <a:spcPts val="0"/>
                        </a:spcAft>
                        <a:buClr>
                          <a:srgbClr val="D9D9D9"/>
                        </a:buClr>
                        <a:buSzPts val="2000"/>
                        <a:buFont typeface="Arial"/>
                        <a:buNone/>
                      </a:pPr>
                      <a:r>
                        <a:rPr lang="en-US" sz="2000" b="0" i="0" u="none" strike="noStrike" cap="none">
                          <a:solidFill>
                            <a:srgbClr val="D9D9D9"/>
                          </a:solidFill>
                          <a:latin typeface="Arial"/>
                          <a:ea typeface="Arial"/>
                          <a:cs typeface="Arial"/>
                          <a:sym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endParaRPr/>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7"/>
                  </a:ext>
                </a:extLst>
              </a:tr>
              <a:tr h="2293175">
                <a:tc gridSpan="2">
                  <a:txBody>
                    <a:bodyPr/>
                    <a:lstStyle/>
                    <a:p>
                      <a:pPr marL="0" marR="0" lvl="0" indent="0" algn="l" rtl="0">
                        <a:spcBef>
                          <a:spcPts val="0"/>
                        </a:spcBef>
                        <a:spcAft>
                          <a:spcPts val="0"/>
                        </a:spcAft>
                        <a:buNone/>
                      </a:pPr>
                      <a:endParaRPr sz="2000">
                        <a:solidFill>
                          <a:schemeClr val="lt1"/>
                        </a:solidFill>
                        <a:latin typeface="Arial"/>
                        <a:ea typeface="Arial"/>
                        <a:cs typeface="Arial"/>
                        <a:sym typeface="Arial"/>
                      </a:endParaRPr>
                    </a:p>
                  </a:txBody>
                  <a:tcPr marL="182875" marR="91450" marT="137150" marB="45725"/>
                </a:tc>
                <a:tc hMerge="1">
                  <a:txBody>
                    <a:bodyPr/>
                    <a:lstStyle/>
                    <a:p>
                      <a:endParaRPr lang="en-US"/>
                    </a:p>
                  </a:txBody>
                  <a:tcPr/>
                </a:tc>
                <a:extLst>
                  <a:ext uri="{0D108BD9-81ED-4DB2-BD59-A6C34878D82A}">
                    <a16:rowId xmlns:a16="http://schemas.microsoft.com/office/drawing/2014/main" val="10008"/>
                  </a:ext>
                </a:extLst>
              </a:tr>
              <a:tr h="1280275">
                <a:tc gridSpan="2">
                  <a:txBody>
                    <a:bodyPr/>
                    <a:lstStyle/>
                    <a:p>
                      <a:pPr marL="0" marR="0" lvl="0" indent="0" algn="l" rtl="0">
                        <a:lnSpc>
                          <a:spcPct val="100000"/>
                        </a:lnSpc>
                        <a:spcBef>
                          <a:spcPts val="0"/>
                        </a:spcBef>
                        <a:spcAft>
                          <a:spcPts val="0"/>
                        </a:spcAft>
                        <a:buClr>
                          <a:srgbClr val="FFC000"/>
                        </a:buClr>
                        <a:buSzPts val="2400"/>
                        <a:buFont typeface="Arial"/>
                        <a:buNone/>
                      </a:pPr>
                      <a:r>
                        <a:rPr lang="en-US" sz="2400" b="1">
                          <a:solidFill>
                            <a:srgbClr val="FFC000"/>
                          </a:solidFill>
                          <a:latin typeface="Arial"/>
                          <a:ea typeface="Arial"/>
                          <a:cs typeface="Arial"/>
                          <a:sym typeface="Arial"/>
                        </a:rPr>
                        <a:t>Quality check your graphics</a:t>
                      </a:r>
                      <a:endParaRPr/>
                    </a:p>
                    <a:p>
                      <a:pPr marL="0" marR="0" lvl="0" indent="0" algn="l" rtl="0">
                        <a:lnSpc>
                          <a:spcPct val="100000"/>
                        </a:lnSpc>
                        <a:spcBef>
                          <a:spcPts val="0"/>
                        </a:spcBef>
                        <a:spcAft>
                          <a:spcPts val="0"/>
                        </a:spcAft>
                        <a:buClr>
                          <a:srgbClr val="D9D9D9"/>
                        </a:buClr>
                        <a:buSzPts val="2000"/>
                        <a:buFont typeface="Arial"/>
                        <a:buNone/>
                      </a:pPr>
                      <a:r>
                        <a:rPr lang="en-US" sz="2000">
                          <a:solidFill>
                            <a:srgbClr val="D9D9D9"/>
                          </a:solidFill>
                          <a:latin typeface="Arial"/>
                          <a:ea typeface="Arial"/>
                          <a:cs typeface="Arial"/>
                          <a:sym typeface="Arial"/>
                        </a:rPr>
                        <a:t>Zoom in and look at your images at 100%-200% magnification. If they look clear, they will print well. </a:t>
                      </a:r>
                      <a:endParaRPr/>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9"/>
                  </a:ext>
                </a:extLst>
              </a:tr>
              <a:tr h="3187275">
                <a:tc gridSpan="2">
                  <a:txBody>
                    <a:bodyPr/>
                    <a:lstStyle/>
                    <a:p>
                      <a:pPr marL="0" marR="0" lvl="0" indent="0" algn="l" rtl="0">
                        <a:lnSpc>
                          <a:spcPct val="100000"/>
                        </a:lnSpc>
                        <a:spcBef>
                          <a:spcPts val="0"/>
                        </a:spcBef>
                        <a:spcAft>
                          <a:spcPts val="0"/>
                        </a:spcAft>
                        <a:buClr>
                          <a:schemeClr val="dk1"/>
                        </a:buClr>
                        <a:buSzPts val="2000"/>
                        <a:buFont typeface="Calibri"/>
                        <a:buNone/>
                      </a:pPr>
                      <a:endParaRPr sz="2000">
                        <a:solidFill>
                          <a:schemeClr val="lt1"/>
                        </a:solidFill>
                        <a:latin typeface="Arial"/>
                        <a:ea typeface="Arial"/>
                        <a:cs typeface="Arial"/>
                        <a:sym typeface="Arial"/>
                      </a:endParaRPr>
                    </a:p>
                  </a:txBody>
                  <a:tcPr marL="182875" marR="91450" marT="137150" marB="45725"/>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64" name="Google Shape;64;p6"/>
          <p:cNvGrpSpPr/>
          <p:nvPr/>
        </p:nvGrpSpPr>
        <p:grpSpPr>
          <a:xfrm>
            <a:off x="-122803" y="-102882"/>
            <a:ext cx="44106584" cy="33075071"/>
            <a:chOff x="-122803" y="-102882"/>
            <a:chExt cx="44106584" cy="33075071"/>
          </a:xfrm>
        </p:grpSpPr>
        <p:sp>
          <p:nvSpPr>
            <p:cNvPr id="65" name="Google Shape;65;p6"/>
            <p:cNvSpPr/>
            <p:nvPr/>
          </p:nvSpPr>
          <p:spPr>
            <a:xfrm>
              <a:off x="-51142" y="-84749"/>
              <a:ext cx="44034923" cy="33056938"/>
            </a:xfrm>
            <a:custGeom>
              <a:avLst/>
              <a:gdLst/>
              <a:ahLst/>
              <a:cxnLst/>
              <a:rect l="l" t="t" r="r" b="b"/>
              <a:pathLst>
                <a:path w="44005500" h="32956500" extrusionOk="0">
                  <a:moveTo>
                    <a:pt x="0" y="0"/>
                  </a:moveTo>
                  <a:lnTo>
                    <a:pt x="44005500" y="32956500"/>
                  </a:lnTo>
                  <a:lnTo>
                    <a:pt x="38100" y="32918400"/>
                  </a:lnTo>
                  <a:lnTo>
                    <a:pt x="0" y="0"/>
                  </a:lnTo>
                  <a:close/>
                </a:path>
              </a:pathLst>
            </a:custGeom>
            <a:gradFill>
              <a:gsLst>
                <a:gs pos="0">
                  <a:srgbClr val="E3E8DD"/>
                </a:gs>
                <a:gs pos="13000">
                  <a:srgbClr val="E3E8DD"/>
                </a:gs>
                <a:gs pos="79000">
                  <a:srgbClr val="DAE0D2"/>
                </a:gs>
                <a:gs pos="100000">
                  <a:srgbClr val="DAE0D2"/>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alibri"/>
                <a:ea typeface="Calibri"/>
                <a:cs typeface="Calibri"/>
                <a:sym typeface="Calibri"/>
              </a:endParaRPr>
            </a:p>
          </p:txBody>
        </p:sp>
        <p:sp>
          <p:nvSpPr>
            <p:cNvPr id="66" name="Google Shape;66;p6"/>
            <p:cNvSpPr/>
            <p:nvPr/>
          </p:nvSpPr>
          <p:spPr>
            <a:xfrm rot="10800000">
              <a:off x="-51143" y="-84749"/>
              <a:ext cx="44034921" cy="33039928"/>
            </a:xfrm>
            <a:custGeom>
              <a:avLst/>
              <a:gdLst/>
              <a:ahLst/>
              <a:cxnLst/>
              <a:rect l="l" t="t" r="r" b="b"/>
              <a:pathLst>
                <a:path w="44005500" h="32956500" extrusionOk="0">
                  <a:moveTo>
                    <a:pt x="0" y="0"/>
                  </a:moveTo>
                  <a:lnTo>
                    <a:pt x="44005500" y="32956500"/>
                  </a:lnTo>
                  <a:lnTo>
                    <a:pt x="38100" y="32918400"/>
                  </a:lnTo>
                  <a:lnTo>
                    <a:pt x="0" y="0"/>
                  </a:lnTo>
                  <a:close/>
                </a:path>
              </a:pathLst>
            </a:custGeom>
            <a:gradFill>
              <a:gsLst>
                <a:gs pos="0">
                  <a:schemeClr val="lt2"/>
                </a:gs>
                <a:gs pos="41000">
                  <a:schemeClr val="lt2"/>
                </a:gs>
                <a:gs pos="100000">
                  <a:srgbClr val="E3E8DD"/>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alibri"/>
                <a:ea typeface="Calibri"/>
                <a:cs typeface="Calibri"/>
                <a:sym typeface="Calibri"/>
              </a:endParaRPr>
            </a:p>
          </p:txBody>
        </p:sp>
        <p:sp>
          <p:nvSpPr>
            <p:cNvPr id="67" name="Google Shape;67;p6"/>
            <p:cNvSpPr/>
            <p:nvPr/>
          </p:nvSpPr>
          <p:spPr>
            <a:xfrm>
              <a:off x="-122803" y="-102882"/>
              <a:ext cx="44106584" cy="33075071"/>
            </a:xfrm>
            <a:custGeom>
              <a:avLst/>
              <a:gdLst/>
              <a:ahLst/>
              <a:cxnLst/>
              <a:rect l="l" t="t" r="r" b="b"/>
              <a:pathLst>
                <a:path w="39026592" h="30614112" extrusionOk="0">
                  <a:moveTo>
                    <a:pt x="36576" y="0"/>
                  </a:moveTo>
                  <a:lnTo>
                    <a:pt x="15837408" y="30614112"/>
                  </a:lnTo>
                  <a:lnTo>
                    <a:pt x="39026592" y="13350240"/>
                  </a:lnTo>
                  <a:lnTo>
                    <a:pt x="0" y="73152"/>
                  </a:lnTo>
                  <a:lnTo>
                    <a:pt x="109728" y="146304"/>
                  </a:lnTo>
                </a:path>
              </a:pathLst>
            </a:custGeom>
            <a:gradFill>
              <a:gsLst>
                <a:gs pos="0">
                  <a:schemeClr val="lt1"/>
                </a:gs>
                <a:gs pos="76000">
                  <a:srgbClr val="E3E8DD">
                    <a:alpha val="0"/>
                  </a:srgbClr>
                </a:gs>
                <a:gs pos="100000">
                  <a:srgbClr val="E3E8DD">
                    <a:alpha val="0"/>
                  </a:srgbClr>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alibri"/>
                <a:ea typeface="Calibri"/>
                <a:cs typeface="Calibri"/>
                <a:sym typeface="Calibri"/>
              </a:endParaRPr>
            </a:p>
          </p:txBody>
        </p:sp>
        <p:sp>
          <p:nvSpPr>
            <p:cNvPr id="68" name="Google Shape;68;p6"/>
            <p:cNvSpPr txBox="1"/>
            <p:nvPr/>
          </p:nvSpPr>
          <p:spPr>
            <a:xfrm>
              <a:off x="1603881" y="32173892"/>
              <a:ext cx="2514600" cy="361442"/>
            </a:xfrm>
            <a:prstGeom prst="rect">
              <a:avLst/>
            </a:prstGeom>
            <a:noFill/>
            <a:ln>
              <a:noFill/>
            </a:ln>
          </p:spPr>
          <p:txBody>
            <a:bodyPr spcFirstLastPara="1" wrap="square" lIns="91250" tIns="45600" rIns="91250" bIns="45600" anchor="t" anchorCtr="0">
              <a:spAutoFit/>
            </a:bodyPr>
            <a:lstStyle/>
            <a:p>
              <a:pPr marL="0" marR="0" lvl="0" indent="0" algn="l" rtl="0">
                <a:lnSpc>
                  <a:spcPct val="65000"/>
                </a:lnSpc>
                <a:spcBef>
                  <a:spcPts val="0"/>
                </a:spcBef>
                <a:spcAft>
                  <a:spcPts val="0"/>
                </a:spcAft>
                <a:buNone/>
              </a:pPr>
              <a:r>
                <a:rPr lang="en-US" sz="700" b="1">
                  <a:solidFill>
                    <a:srgbClr val="BFBFBF"/>
                  </a:solidFill>
                  <a:latin typeface="Arial"/>
                  <a:ea typeface="Arial"/>
                  <a:cs typeface="Arial"/>
                  <a:sym typeface="Arial"/>
                </a:rPr>
                <a:t>RESEARCH POSTER PRESENTATION DESIGN © 2019</a:t>
              </a:r>
              <a:endParaRPr/>
            </a:p>
            <a:p>
              <a:pPr marL="0" marR="0" lvl="0" indent="0" algn="l" rtl="0">
                <a:lnSpc>
                  <a:spcPct val="65000"/>
                </a:lnSpc>
                <a:spcBef>
                  <a:spcPts val="550"/>
                </a:spcBef>
                <a:spcAft>
                  <a:spcPts val="0"/>
                </a:spcAft>
                <a:buNone/>
              </a:pPr>
              <a:r>
                <a:rPr lang="en-US" sz="1100" b="1">
                  <a:solidFill>
                    <a:srgbClr val="BFBFBF"/>
                  </a:solidFill>
                  <a:latin typeface="Arial"/>
                  <a:ea typeface="Arial"/>
                  <a:cs typeface="Arial"/>
                  <a:sym typeface="Arial"/>
                </a:rPr>
                <a:t>www.PosterPresentations.com</a:t>
              </a:r>
              <a:endParaRPr/>
            </a:p>
          </p:txBody>
        </p:sp>
      </p:grpSp>
      <p:graphicFrame>
        <p:nvGraphicFramePr>
          <p:cNvPr id="69" name="Google Shape;69;p6"/>
          <p:cNvGraphicFramePr/>
          <p:nvPr/>
        </p:nvGraphicFramePr>
        <p:xfrm>
          <a:off x="44695229" y="-84749"/>
          <a:ext cx="3000000" cy="3000000"/>
        </p:xfrm>
        <a:graphic>
          <a:graphicData uri="http://schemas.openxmlformats.org/drawingml/2006/table">
            <a:tbl>
              <a:tblPr firstRow="1" bandRow="1">
                <a:noFill/>
                <a:tableStyleId>{31ADC03B-971A-4465-824B-B061728AB08D}</a:tableStyleId>
              </a:tblPr>
              <a:tblGrid>
                <a:gridCol w="3343825">
                  <a:extLst>
                    <a:ext uri="{9D8B030D-6E8A-4147-A177-3AD203B41FA5}">
                      <a16:colId xmlns:a16="http://schemas.microsoft.com/office/drawing/2014/main" val="20000"/>
                    </a:ext>
                  </a:extLst>
                </a:gridCol>
                <a:gridCol w="1381550">
                  <a:extLst>
                    <a:ext uri="{9D8B030D-6E8A-4147-A177-3AD203B41FA5}">
                      <a16:colId xmlns:a16="http://schemas.microsoft.com/office/drawing/2014/main" val="20001"/>
                    </a:ext>
                  </a:extLst>
                </a:gridCol>
                <a:gridCol w="4704800">
                  <a:extLst>
                    <a:ext uri="{9D8B030D-6E8A-4147-A177-3AD203B41FA5}">
                      <a16:colId xmlns:a16="http://schemas.microsoft.com/office/drawing/2014/main" val="20002"/>
                    </a:ext>
                  </a:extLst>
                </a:gridCol>
              </a:tblGrid>
              <a:tr h="1756425">
                <a:tc gridSpan="3">
                  <a:txBody>
                    <a:bodyPr/>
                    <a:lstStyle/>
                    <a:p>
                      <a:pPr marL="0" marR="0" lvl="0" indent="0" algn="ctr" rtl="0">
                        <a:lnSpc>
                          <a:spcPct val="100000"/>
                        </a:lnSpc>
                        <a:spcBef>
                          <a:spcPts val="0"/>
                        </a:spcBef>
                        <a:spcAft>
                          <a:spcPts val="0"/>
                        </a:spcAft>
                        <a:buClr>
                          <a:srgbClr val="1F3A4E"/>
                        </a:buClr>
                        <a:buSzPts val="4000"/>
                        <a:buFont typeface="Arial Black"/>
                        <a:buNone/>
                      </a:pPr>
                      <a:r>
                        <a:rPr lang="en-US" sz="4000" b="0">
                          <a:solidFill>
                            <a:srgbClr val="1F3A4E"/>
                          </a:solidFill>
                          <a:latin typeface="Arial Black"/>
                          <a:ea typeface="Arial Black"/>
                          <a:cs typeface="Arial Black"/>
                          <a:sym typeface="Arial Black"/>
                        </a:rPr>
                        <a:t>QUICK START GUIDE</a:t>
                      </a:r>
                      <a:br>
                        <a:rPr lang="en-US" sz="4000" b="0">
                          <a:solidFill>
                            <a:srgbClr val="1F3A4E"/>
                          </a:solidFill>
                          <a:latin typeface="Arial Black"/>
                          <a:ea typeface="Arial Black"/>
                          <a:cs typeface="Arial Black"/>
                          <a:sym typeface="Arial Black"/>
                        </a:rPr>
                      </a:br>
                      <a:r>
                        <a:rPr lang="en-US" sz="3200" b="1">
                          <a:solidFill>
                            <a:srgbClr val="FF0000"/>
                          </a:solidFill>
                          <a:latin typeface="Trebuchet MS"/>
                          <a:ea typeface="Trebuchet MS"/>
                          <a:cs typeface="Trebuchet MS"/>
                          <a:sym typeface="Trebuchet MS"/>
                        </a:rPr>
                        <a:t>(THIS SIDEBAR WILL NOT PRINT)</a:t>
                      </a:r>
                      <a:endParaRPr sz="4000" b="1">
                        <a:solidFill>
                          <a:schemeClr val="lt1"/>
                        </a:solidFill>
                        <a:latin typeface="Trebuchet MS"/>
                        <a:ea typeface="Trebuchet MS"/>
                        <a:cs typeface="Trebuchet MS"/>
                        <a:sym typeface="Trebuchet MS"/>
                      </a:endParaRPr>
                    </a:p>
                  </a:txBody>
                  <a:tcPr marL="182875" marR="91450" marT="137150" marB="45725">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0">
                <a:tc gridSpan="3">
                  <a:txBody>
                    <a:bodyPr/>
                    <a:lstStyle/>
                    <a:p>
                      <a:pPr marL="0" marR="0" lvl="0" indent="0" algn="l" rtl="0">
                        <a:spcBef>
                          <a:spcPts val="0"/>
                        </a:spcBef>
                        <a:spcAft>
                          <a:spcPts val="0"/>
                        </a:spcAft>
                        <a:buNone/>
                      </a:pPr>
                      <a:r>
                        <a:rPr lang="en-US" sz="2800" b="1">
                          <a:solidFill>
                            <a:srgbClr val="FFC000"/>
                          </a:solidFill>
                          <a:latin typeface="Arial"/>
                          <a:ea typeface="Arial"/>
                          <a:cs typeface="Arial"/>
                          <a:sym typeface="Arial"/>
                        </a:rPr>
                        <a:t>How to change the template colors</a:t>
                      </a:r>
                      <a:endParaRPr/>
                    </a:p>
                    <a:p>
                      <a:pPr marL="0" marR="0" lvl="0" indent="0" algn="l" rtl="0">
                        <a:spcBef>
                          <a:spcPts val="0"/>
                        </a:spcBef>
                        <a:spcAft>
                          <a:spcPts val="0"/>
                        </a:spcAft>
                        <a:buNone/>
                      </a:pPr>
                      <a:r>
                        <a:rPr lang="en-US" sz="2400" b="0">
                          <a:solidFill>
                            <a:srgbClr val="D9D9D9"/>
                          </a:solidFill>
                          <a:latin typeface="Arial"/>
                          <a:ea typeface="Arial"/>
                          <a:cs typeface="Arial"/>
                          <a:sym typeface="Arial"/>
                        </a:rPr>
                        <a:t>You can change the overall template color theme by clicking on the COLORS dropdown menu under the DESIGN tab. You can see a tutorial here: </a:t>
                      </a:r>
                      <a:r>
                        <a:rPr lang="en-US" sz="2400" u="sng">
                          <a:solidFill>
                            <a:srgbClr val="FFC000"/>
                          </a:solidFill>
                          <a:hlinkClick r:id="rId3">
                            <a:extLst>
                              <a:ext uri="{A12FA001-AC4F-418D-AE19-62706E023703}">
                                <ahyp:hlinkClr xmlns:ahyp="http://schemas.microsoft.com/office/drawing/2018/hyperlinkcolor" val="tx"/>
                              </a:ext>
                            </a:extLst>
                          </a:hlinkClick>
                        </a:rPr>
                        <a:t>https://www.posterpresentations.com/how-to-change-the-research-poster-template-colors.html</a:t>
                      </a:r>
                      <a:endParaRPr sz="2400">
                        <a:solidFill>
                          <a:srgbClr val="FFC000"/>
                        </a:solidFill>
                      </a:endParaRPr>
                    </a:p>
                    <a:p>
                      <a:pPr marL="0" marR="0" lvl="0" indent="0" algn="l" rtl="0">
                        <a:spcBef>
                          <a:spcPts val="0"/>
                        </a:spcBef>
                        <a:spcAft>
                          <a:spcPts val="0"/>
                        </a:spcAft>
                        <a:buNone/>
                      </a:pPr>
                      <a:endParaRPr sz="2400" b="0">
                        <a:solidFill>
                          <a:srgbClr val="D9D9D9"/>
                        </a:solidFill>
                        <a:latin typeface="Arial"/>
                        <a:ea typeface="Arial"/>
                        <a:cs typeface="Arial"/>
                        <a:sym typeface="Arial"/>
                      </a:endParaRPr>
                    </a:p>
                    <a:p>
                      <a:pPr marL="0" marR="0" lvl="0" indent="0" algn="l" rtl="0">
                        <a:spcBef>
                          <a:spcPts val="0"/>
                        </a:spcBef>
                        <a:spcAft>
                          <a:spcPts val="0"/>
                        </a:spcAft>
                        <a:buNone/>
                      </a:pPr>
                      <a:r>
                        <a:rPr lang="en-US" sz="2400" b="0">
                          <a:solidFill>
                            <a:srgbClr val="D9D9D9"/>
                          </a:solidFill>
                          <a:latin typeface="Arial"/>
                          <a:ea typeface="Arial"/>
                          <a:cs typeface="Arial"/>
                          <a:sym typeface="Arial"/>
                        </a:rPr>
                        <a:t>You can also manually change the color of individual elements by going to VIEW &gt; SLIDE MASTER. On the left side of your screen select the background master where you can change the template background, column sizes, etc. </a:t>
                      </a:r>
                      <a:endParaRPr/>
                    </a:p>
                    <a:p>
                      <a:pPr marL="0" marR="0" lvl="0" indent="0" algn="l" rtl="0">
                        <a:spcBef>
                          <a:spcPts val="0"/>
                        </a:spcBef>
                        <a:spcAft>
                          <a:spcPts val="0"/>
                        </a:spcAft>
                        <a:buNone/>
                      </a:pPr>
                      <a:endParaRPr sz="2400" b="0">
                        <a:solidFill>
                          <a:srgbClr val="D9D9D9"/>
                        </a:solidFill>
                        <a:latin typeface="Arial"/>
                        <a:ea typeface="Arial"/>
                        <a:cs typeface="Arial"/>
                        <a:sym typeface="Arial"/>
                      </a:endParaRPr>
                    </a:p>
                    <a:p>
                      <a:pPr marL="0" marR="0" lvl="0" indent="0" algn="l" rtl="0">
                        <a:spcBef>
                          <a:spcPts val="0"/>
                        </a:spcBef>
                        <a:spcAft>
                          <a:spcPts val="0"/>
                        </a:spcAft>
                        <a:buNone/>
                      </a:pPr>
                      <a:r>
                        <a:rPr lang="en-US" sz="2400" b="0">
                          <a:solidFill>
                            <a:srgbClr val="D9D9D9"/>
                          </a:solidFill>
                          <a:latin typeface="Arial"/>
                          <a:ea typeface="Arial"/>
                          <a:cs typeface="Arial"/>
                          <a:sym typeface="Arial"/>
                        </a:rPr>
                        <a:t>After you finish working on the SLIDE MASTER, it is important that you go to VIEW &gt; NORMAL to continue working on your poster. </a:t>
                      </a:r>
                      <a:endParaRPr/>
                    </a:p>
                  </a:txBody>
                  <a:tcPr marL="182875" marR="91450" marT="137150" marB="45725">
                    <a:solidFill>
                      <a:schemeClr val="dk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667725">
                <a:tc gridSpan="3">
                  <a:txBody>
                    <a:bodyPr/>
                    <a:lstStyle/>
                    <a:p>
                      <a:pPr marL="0" marR="0" lvl="0" indent="0" algn="l" rtl="0">
                        <a:spcBef>
                          <a:spcPts val="0"/>
                        </a:spcBef>
                        <a:spcAft>
                          <a:spcPts val="0"/>
                        </a:spcAft>
                        <a:buNone/>
                      </a:pPr>
                      <a:r>
                        <a:rPr lang="en-US" sz="2800" b="1">
                          <a:solidFill>
                            <a:srgbClr val="FFC000"/>
                          </a:solidFill>
                          <a:latin typeface="Arial"/>
                          <a:ea typeface="Arial"/>
                          <a:cs typeface="Arial"/>
                          <a:sym typeface="Arial"/>
                        </a:rPr>
                        <a:t>How to change the column layout configuration</a:t>
                      </a:r>
                      <a:endParaRPr/>
                    </a:p>
                    <a:p>
                      <a:pPr marL="0" marR="0" lvl="0" indent="0" algn="l" rtl="0">
                        <a:spcBef>
                          <a:spcPts val="0"/>
                        </a:spcBef>
                        <a:spcAft>
                          <a:spcPts val="0"/>
                        </a:spcAft>
                        <a:buNone/>
                      </a:pPr>
                      <a:r>
                        <a:rPr lang="en-US" sz="2400">
                          <a:solidFill>
                            <a:srgbClr val="D9D9D9"/>
                          </a:solidFill>
                          <a:latin typeface="Arial"/>
                          <a:ea typeface="Arial"/>
                          <a:cs typeface="Arial"/>
                          <a:sym typeface="Arial"/>
                        </a:rPr>
                        <a:t>You can manually change the configuration on the columns by going to VIEW &gt; SLIDE MASTER. You can delete columns, resize them or modify them as needed for your layout. </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You can see a tutorial here: </a:t>
                      </a:r>
                      <a:r>
                        <a:rPr lang="en-US" sz="2400" u="sng">
                          <a:solidFill>
                            <a:srgbClr val="FFC000"/>
                          </a:solidFill>
                          <a:latin typeface="Arial"/>
                          <a:ea typeface="Arial"/>
                          <a:cs typeface="Arial"/>
                          <a:sym typeface="Arial"/>
                        </a:rPr>
                        <a:t>https://www.posterpresentations.com/how-to-change-the-column-configuration.html</a:t>
                      </a:r>
                      <a:endParaRPr sz="8600" u="sng">
                        <a:solidFill>
                          <a:srgbClr val="FFC000"/>
                        </a:solidFill>
                      </a:endParaRPr>
                    </a:p>
                  </a:txBody>
                  <a:tcPr marL="182875" marR="91450" marT="137150" marB="45725">
                    <a:solidFill>
                      <a:schemeClr val="dk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5177075">
                <a:tc gridSpan="2">
                  <a:txBody>
                    <a:bodyPr/>
                    <a:lstStyle/>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txBody>
                  <a:tcPr marL="182875" marR="91450" marT="137150" marB="45725"/>
                </a:tc>
                <a:tc hMerge="1">
                  <a:txBody>
                    <a:bodyPr/>
                    <a:lstStyle/>
                    <a:p>
                      <a:endParaRPr lang="en-US"/>
                    </a:p>
                  </a:txBody>
                  <a:tcPr/>
                </a:tc>
                <a:tc rowSpan="2">
                  <a:txBody>
                    <a:bodyPr/>
                    <a:lstStyle/>
                    <a:p>
                      <a:pPr marL="0" marR="0" lvl="0" indent="0" algn="l" rtl="0">
                        <a:lnSpc>
                          <a:spcPct val="100000"/>
                        </a:lnSpc>
                        <a:spcBef>
                          <a:spcPts val="0"/>
                        </a:spcBef>
                        <a:spcAft>
                          <a:spcPts val="0"/>
                        </a:spcAft>
                        <a:buClr>
                          <a:srgbClr val="FFC000"/>
                        </a:buClr>
                        <a:buSzPts val="2800"/>
                        <a:buFont typeface="Arial"/>
                        <a:buNone/>
                      </a:pPr>
                      <a:r>
                        <a:rPr lang="en-US" sz="2800" b="1">
                          <a:solidFill>
                            <a:srgbClr val="FFC000"/>
                          </a:solidFill>
                          <a:latin typeface="Arial"/>
                          <a:ea typeface="Arial"/>
                          <a:cs typeface="Arial"/>
                          <a:sym typeface="Arial"/>
                        </a:rPr>
                        <a:t>How to hide the QUICK START GUIDE bars from the sides of the template</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The Quick Start Guides </a:t>
                      </a:r>
                      <a:r>
                        <a:rPr lang="en-US" sz="2400" u="sng">
                          <a:solidFill>
                            <a:srgbClr val="D9D9D9"/>
                          </a:solidFill>
                          <a:latin typeface="Arial"/>
                          <a:ea typeface="Arial"/>
                          <a:cs typeface="Arial"/>
                          <a:sym typeface="Arial"/>
                        </a:rPr>
                        <a:t>are outside the template’s printable area</a:t>
                      </a:r>
                      <a:r>
                        <a:rPr lang="en-US" sz="2400">
                          <a:solidFill>
                            <a:srgbClr val="D9D9D9"/>
                          </a:solidFill>
                          <a:latin typeface="Arial"/>
                          <a:ea typeface="Arial"/>
                          <a:cs typeface="Arial"/>
                          <a:sym typeface="Arial"/>
                        </a:rPr>
                        <a:t> and they will not be on the printed poster. </a:t>
                      </a:r>
                      <a:endParaRPr/>
                    </a:p>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If you create a PDF file from your template, the guides will not be included.</a:t>
                      </a:r>
                      <a:endParaRPr/>
                    </a:p>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To hide the guides click on the </a:t>
                      </a:r>
                      <a:r>
                        <a:rPr lang="en-US" sz="2400" b="1">
                          <a:solidFill>
                            <a:srgbClr val="D9D9D9"/>
                          </a:solidFill>
                          <a:latin typeface="Arial"/>
                          <a:ea typeface="Arial"/>
                          <a:cs typeface="Arial"/>
                          <a:sym typeface="Arial"/>
                        </a:rPr>
                        <a:t>Home</a:t>
                      </a:r>
                      <a:r>
                        <a:rPr lang="en-US" sz="2400">
                          <a:solidFill>
                            <a:srgbClr val="D9D9D9"/>
                          </a:solidFill>
                          <a:latin typeface="Arial"/>
                          <a:ea typeface="Arial"/>
                          <a:cs typeface="Arial"/>
                          <a:sym typeface="Arial"/>
                        </a:rPr>
                        <a:t> tab (top of the screen) and then click on the </a:t>
                      </a:r>
                      <a:r>
                        <a:rPr lang="en-US" sz="2400" b="1">
                          <a:solidFill>
                            <a:srgbClr val="D9D9D9"/>
                          </a:solidFill>
                          <a:latin typeface="Arial"/>
                          <a:ea typeface="Arial"/>
                          <a:cs typeface="Arial"/>
                          <a:sym typeface="Arial"/>
                        </a:rPr>
                        <a:t>Layout</a:t>
                      </a:r>
                      <a:r>
                        <a:rPr lang="en-US" sz="2400">
                          <a:solidFill>
                            <a:srgbClr val="D9D9D9"/>
                          </a:solidFill>
                          <a:latin typeface="Arial"/>
                          <a:ea typeface="Arial"/>
                          <a:cs typeface="Arial"/>
                          <a:sym typeface="Arial"/>
                        </a:rPr>
                        <a:t> button below to see the available layouts. Choose the </a:t>
                      </a:r>
                      <a:r>
                        <a:rPr lang="en-US" sz="2400" b="1">
                          <a:solidFill>
                            <a:srgbClr val="D9D9D9"/>
                          </a:solidFill>
                          <a:latin typeface="Arial"/>
                          <a:ea typeface="Arial"/>
                          <a:cs typeface="Arial"/>
                          <a:sym typeface="Arial"/>
                        </a:rPr>
                        <a:t>Without Guides </a:t>
                      </a:r>
                      <a:r>
                        <a:rPr lang="en-US" sz="2400" b="0">
                          <a:solidFill>
                            <a:srgbClr val="D9D9D9"/>
                          </a:solidFill>
                          <a:latin typeface="Arial"/>
                          <a:ea typeface="Arial"/>
                          <a:cs typeface="Arial"/>
                          <a:sym typeface="Arial"/>
                        </a:rPr>
                        <a:t>layout</a:t>
                      </a:r>
                      <a:r>
                        <a:rPr lang="en-US" sz="2400">
                          <a:solidFill>
                            <a:srgbClr val="D9D9D9"/>
                          </a:solidFill>
                          <a:latin typeface="Arial"/>
                          <a:ea typeface="Arial"/>
                          <a:cs typeface="Arial"/>
                          <a:sym typeface="Arial"/>
                        </a:rPr>
                        <a:t>.</a:t>
                      </a:r>
                      <a:endParaRPr sz="2400">
                        <a:solidFill>
                          <a:srgbClr val="D9D9D9"/>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txBody>
                  <a:tcPr marL="182875" marR="91450" marT="137150" marB="45725">
                    <a:solidFill>
                      <a:srgbClr val="010101"/>
                    </a:solidFill>
                  </a:tcPr>
                </a:tc>
                <a:extLst>
                  <a:ext uri="{0D108BD9-81ED-4DB2-BD59-A6C34878D82A}">
                    <a16:rowId xmlns:a16="http://schemas.microsoft.com/office/drawing/2014/main" val="10003"/>
                  </a:ext>
                </a:extLst>
              </a:tr>
              <a:tr h="2888325">
                <a:tc gridSpan="2">
                  <a:txBody>
                    <a:bodyPr/>
                    <a:lstStyle/>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r h="3781425">
                <a:tc gridSpan="2">
                  <a:txBody>
                    <a:bodyPr/>
                    <a:lstStyle/>
                    <a:p>
                      <a:pPr marL="0" marR="0" lvl="0" indent="0" algn="l" rtl="0">
                        <a:spcBef>
                          <a:spcPts val="0"/>
                        </a:spcBef>
                        <a:spcAft>
                          <a:spcPts val="0"/>
                        </a:spcAft>
                        <a:buNone/>
                      </a:pPr>
                      <a:r>
                        <a:rPr lang="en-US" sz="2800" b="1">
                          <a:solidFill>
                            <a:srgbClr val="FFC000"/>
                          </a:solidFill>
                          <a:latin typeface="Arial"/>
                          <a:ea typeface="Arial"/>
                          <a:cs typeface="Arial"/>
                          <a:sym typeface="Arial"/>
                        </a:rPr>
                        <a:t>How to preview your poster prior to printing</a:t>
                      </a:r>
                      <a:endParaRPr sz="2800" b="1">
                        <a:solidFill>
                          <a:srgbClr val="FFC000"/>
                        </a:solidFill>
                        <a:latin typeface="Arial"/>
                        <a:ea typeface="Arial"/>
                        <a:cs typeface="Arial"/>
                        <a:sym typeface="Arial"/>
                      </a:endParaRPr>
                    </a:p>
                    <a:p>
                      <a:pPr marL="0" marR="0" lvl="0" indent="0" algn="l" rtl="0">
                        <a:spcBef>
                          <a:spcPts val="0"/>
                        </a:spcBef>
                        <a:spcAft>
                          <a:spcPts val="0"/>
                        </a:spcAft>
                        <a:buNone/>
                      </a:pPr>
                      <a:r>
                        <a:rPr lang="en-US" sz="2400">
                          <a:solidFill>
                            <a:srgbClr val="D9D9D9"/>
                          </a:solidFill>
                          <a:latin typeface="Arial"/>
                          <a:ea typeface="Arial"/>
                          <a:cs typeface="Arial"/>
                          <a:sym typeface="Arial"/>
                        </a:rPr>
                        <a:t>You can preview your poster at any time by pressing the </a:t>
                      </a:r>
                      <a:r>
                        <a:rPr lang="en-US" sz="2400">
                          <a:solidFill>
                            <a:srgbClr val="FFC000"/>
                          </a:solidFill>
                          <a:latin typeface="Arial"/>
                          <a:ea typeface="Arial"/>
                          <a:cs typeface="Arial"/>
                          <a:sym typeface="Arial"/>
                        </a:rPr>
                        <a:t>F5 key</a:t>
                      </a:r>
                      <a:r>
                        <a:rPr lang="en-US" sz="2400">
                          <a:solidFill>
                            <a:srgbClr val="D9D9D9"/>
                          </a:solidFill>
                          <a:latin typeface="Arial"/>
                          <a:ea typeface="Arial"/>
                          <a:cs typeface="Arial"/>
                          <a:sym typeface="Arial"/>
                        </a:rPr>
                        <a:t> on your keyboard. You will see on the screen what's on your poster and how it should look when printed. Press the </a:t>
                      </a:r>
                      <a:r>
                        <a:rPr lang="en-US" sz="2400">
                          <a:solidFill>
                            <a:srgbClr val="FFC000"/>
                          </a:solidFill>
                          <a:latin typeface="Arial"/>
                          <a:ea typeface="Arial"/>
                          <a:cs typeface="Arial"/>
                          <a:sym typeface="Arial"/>
                        </a:rPr>
                        <a:t>ESC key </a:t>
                      </a:r>
                      <a:r>
                        <a:rPr lang="en-US" sz="2400">
                          <a:solidFill>
                            <a:srgbClr val="D9D9D9"/>
                          </a:solidFill>
                          <a:latin typeface="Arial"/>
                          <a:ea typeface="Arial"/>
                          <a:cs typeface="Arial"/>
                          <a:sym typeface="Arial"/>
                        </a:rPr>
                        <a:t>to exit Preview.</a:t>
                      </a:r>
                      <a:endParaRPr/>
                    </a:p>
                  </a:txBody>
                  <a:tcPr marL="182875" marR="91450" marT="137150" marB="45725">
                    <a:solidFill>
                      <a:srgbClr val="010101"/>
                    </a:solidFill>
                  </a:tcPr>
                </a:tc>
                <a:tc hMerge="1">
                  <a:txBody>
                    <a:bodyPr/>
                    <a:lstStyle/>
                    <a:p>
                      <a:endParaRPr lang="en-US"/>
                    </a:p>
                  </a:txBody>
                  <a:tcPr/>
                </a:tc>
                <a:tc>
                  <a:txBody>
                    <a:bodyPr/>
                    <a:lstStyle/>
                    <a:p>
                      <a:pPr marL="0" marR="0" lvl="0" indent="0" algn="ctr" rtl="0">
                        <a:spcBef>
                          <a:spcPts val="0"/>
                        </a:spcBef>
                        <a:spcAft>
                          <a:spcPts val="0"/>
                        </a:spcAft>
                        <a:buNone/>
                      </a:pPr>
                      <a:r>
                        <a:rPr lang="en-US" sz="11500" b="1">
                          <a:solidFill>
                            <a:srgbClr val="D9D9D9"/>
                          </a:solidFill>
                          <a:latin typeface="Arial"/>
                          <a:ea typeface="Arial"/>
                          <a:cs typeface="Arial"/>
                          <a:sym typeface="Arial"/>
                        </a:rPr>
                        <a:t>F5</a:t>
                      </a:r>
                      <a:r>
                        <a:rPr lang="en-US" sz="2400">
                          <a:solidFill>
                            <a:srgbClr val="D9D9D9"/>
                          </a:solidFill>
                          <a:latin typeface="Arial"/>
                          <a:ea typeface="Arial"/>
                          <a:cs typeface="Arial"/>
                          <a:sym typeface="Arial"/>
                        </a:rPr>
                        <a:t> </a:t>
                      </a:r>
                      <a:endParaRPr sz="8600"/>
                    </a:p>
                  </a:txBody>
                  <a:tcPr marL="182875" marR="91450" marT="137150" marB="45725" anchor="ctr">
                    <a:solidFill>
                      <a:srgbClr val="0C0C0C"/>
                    </a:solidFill>
                  </a:tcPr>
                </a:tc>
                <a:extLst>
                  <a:ext uri="{0D108BD9-81ED-4DB2-BD59-A6C34878D82A}">
                    <a16:rowId xmlns:a16="http://schemas.microsoft.com/office/drawing/2014/main" val="10005"/>
                  </a:ext>
                </a:extLst>
              </a:tr>
              <a:tr h="5674000">
                <a:tc gridSpan="3">
                  <a:txBody>
                    <a:bodyPr/>
                    <a:lstStyle/>
                    <a:p>
                      <a:pPr marL="0" marR="0" lvl="0" indent="0" algn="l" rtl="0">
                        <a:lnSpc>
                          <a:spcPct val="100000"/>
                        </a:lnSpc>
                        <a:spcBef>
                          <a:spcPts val="0"/>
                        </a:spcBef>
                        <a:spcAft>
                          <a:spcPts val="0"/>
                        </a:spcAft>
                        <a:buClr>
                          <a:srgbClr val="FFC000"/>
                        </a:buClr>
                        <a:buSzPts val="2800"/>
                        <a:buFont typeface="Arial"/>
                        <a:buNone/>
                      </a:pPr>
                      <a:r>
                        <a:rPr lang="en-US" sz="2800" b="1">
                          <a:solidFill>
                            <a:srgbClr val="FFC000"/>
                          </a:solidFill>
                          <a:latin typeface="Arial"/>
                          <a:ea typeface="Arial"/>
                          <a:cs typeface="Arial"/>
                          <a:sym typeface="Arial"/>
                        </a:rPr>
                        <a:t>How to print your poster</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When you are ready to have your poster printed go online to </a:t>
                      </a:r>
                      <a:r>
                        <a:rPr lang="en-US" sz="2400">
                          <a:solidFill>
                            <a:srgbClr val="FFC000"/>
                          </a:solidFill>
                          <a:latin typeface="Arial"/>
                          <a:ea typeface="Arial"/>
                          <a:cs typeface="Arial"/>
                          <a:sym typeface="Arial"/>
                        </a:rPr>
                        <a:t>PosterPresentations.com</a:t>
                      </a:r>
                      <a:r>
                        <a:rPr lang="en-US" sz="2400">
                          <a:solidFill>
                            <a:srgbClr val="D9D9D9"/>
                          </a:solidFill>
                          <a:latin typeface="Arial"/>
                          <a:ea typeface="Arial"/>
                          <a:cs typeface="Arial"/>
                          <a:sym typeface="Arial"/>
                        </a:rPr>
                        <a:t> and click on the "</a:t>
                      </a:r>
                      <a:r>
                        <a:rPr lang="en-US" sz="2400">
                          <a:solidFill>
                            <a:srgbClr val="FFC000"/>
                          </a:solidFill>
                          <a:latin typeface="Arial"/>
                          <a:ea typeface="Arial"/>
                          <a:cs typeface="Arial"/>
                          <a:sym typeface="Arial"/>
                        </a:rPr>
                        <a:t>Order Your Poster</a:t>
                      </a:r>
                      <a:r>
                        <a:rPr lang="en-US" sz="2400">
                          <a:solidFill>
                            <a:srgbClr val="D9D9D9"/>
                          </a:solidFill>
                          <a:latin typeface="Arial"/>
                          <a:ea typeface="Arial"/>
                          <a:cs typeface="Arial"/>
                          <a:sym typeface="Arial"/>
                        </a:rPr>
                        <a:t>" button. You can have your poster printed on professional papers, fabric for easy traveling and a variety of other materials. </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endParaRPr/>
                    </a:p>
                    <a:p>
                      <a:pPr marL="0" marR="0" lvl="0" indent="0" algn="l" rtl="0">
                        <a:lnSpc>
                          <a:spcPct val="100000"/>
                        </a:lnSpc>
                        <a:spcBef>
                          <a:spcPts val="0"/>
                        </a:spcBef>
                        <a:spcAft>
                          <a:spcPts val="0"/>
                        </a:spcAft>
                        <a:buClr>
                          <a:srgbClr val="D9D9D9"/>
                        </a:buClr>
                        <a:buSzPts val="2400"/>
                        <a:buFont typeface="Arial"/>
                        <a:buNone/>
                      </a:pPr>
                      <a:br>
                        <a:rPr lang="en-US" sz="2400">
                          <a:solidFill>
                            <a:srgbClr val="D9D9D9"/>
                          </a:solidFill>
                          <a:latin typeface="Arial"/>
                          <a:ea typeface="Arial"/>
                          <a:cs typeface="Arial"/>
                          <a:sym typeface="Arial"/>
                        </a:rPr>
                      </a:br>
                      <a:r>
                        <a:rPr lang="en-US" sz="2400">
                          <a:solidFill>
                            <a:srgbClr val="D9D9D9"/>
                          </a:solidFill>
                          <a:latin typeface="Arial"/>
                          <a:ea typeface="Arial"/>
                          <a:cs typeface="Arial"/>
                          <a:sym typeface="Arial"/>
                        </a:rPr>
                        <a:t>Go to </a:t>
                      </a:r>
                      <a:r>
                        <a:rPr lang="en-US" sz="2400">
                          <a:solidFill>
                            <a:srgbClr val="FFC000"/>
                          </a:solidFill>
                          <a:latin typeface="Arial"/>
                          <a:ea typeface="Arial"/>
                          <a:cs typeface="Arial"/>
                          <a:sym typeface="Arial"/>
                        </a:rPr>
                        <a:t>PosterPresentations.com</a:t>
                      </a:r>
                      <a:r>
                        <a:rPr lang="en-US" sz="2400">
                          <a:solidFill>
                            <a:srgbClr val="D9D9D9"/>
                          </a:solidFill>
                          <a:latin typeface="Arial"/>
                          <a:ea typeface="Arial"/>
                          <a:cs typeface="Arial"/>
                          <a:sym typeface="Arial"/>
                        </a:rPr>
                        <a:t> for more information.</a:t>
                      </a:r>
                      <a:endParaRPr/>
                    </a:p>
                  </a:txBody>
                  <a:tcPr marL="182875" marR="91450" marT="137150" marB="45725">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1354775">
                <a:tc gridSpan="3">
                  <a:txBody>
                    <a:bodyPr/>
                    <a:lstStyle/>
                    <a:p>
                      <a:pPr marL="0" marR="0" lvl="0" indent="0" algn="l" rtl="0">
                        <a:spcBef>
                          <a:spcPts val="0"/>
                        </a:spcBef>
                        <a:spcAft>
                          <a:spcPts val="0"/>
                        </a:spcAft>
                        <a:buNone/>
                      </a:pPr>
                      <a:endParaRPr sz="2400">
                        <a:solidFill>
                          <a:srgbClr val="1F3A4E"/>
                        </a:solidFill>
                      </a:endParaRPr>
                    </a:p>
                  </a:txBody>
                  <a:tcPr marL="182875" marR="91450" marT="137150" marB="45725"/>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3212200">
                <a:tc>
                  <a:txBody>
                    <a:bodyPr/>
                    <a:lstStyle/>
                    <a:p>
                      <a:pPr marL="0" marR="0" lvl="0" indent="0" algn="l" rtl="0">
                        <a:lnSpc>
                          <a:spcPct val="130000"/>
                        </a:lnSpc>
                        <a:spcBef>
                          <a:spcPts val="0"/>
                        </a:spcBef>
                        <a:spcAft>
                          <a:spcPts val="0"/>
                        </a:spcAft>
                        <a:buNone/>
                      </a:pPr>
                      <a:r>
                        <a:rPr lang="en-US" sz="2000">
                          <a:solidFill>
                            <a:srgbClr val="D8D8D8"/>
                          </a:solidFill>
                          <a:latin typeface="Arial"/>
                          <a:ea typeface="Arial"/>
                          <a:cs typeface="Arial"/>
                          <a:sym typeface="Arial"/>
                        </a:rPr>
                        <a:t>© 2019 PosterPresentations.com</a:t>
                      </a:r>
                      <a:br>
                        <a:rPr lang="en-US" sz="2000">
                          <a:solidFill>
                            <a:srgbClr val="D8D8D8"/>
                          </a:solidFill>
                          <a:latin typeface="Arial"/>
                          <a:ea typeface="Arial"/>
                          <a:cs typeface="Arial"/>
                          <a:sym typeface="Arial"/>
                        </a:rPr>
                      </a:br>
                      <a:r>
                        <a:rPr lang="en-US" sz="2000">
                          <a:solidFill>
                            <a:srgbClr val="D8D8D8"/>
                          </a:solidFill>
                          <a:latin typeface="Arial"/>
                          <a:ea typeface="Arial"/>
                          <a:cs typeface="Arial"/>
                          <a:sym typeface="Arial"/>
                        </a:rPr>
                        <a:t>2117 Fourth Street , STE C        </a:t>
                      </a:r>
                      <a:endParaRPr/>
                    </a:p>
                    <a:p>
                      <a:pPr marL="0" marR="0" lvl="0" indent="0" algn="l" rtl="0">
                        <a:lnSpc>
                          <a:spcPct val="130000"/>
                        </a:lnSpc>
                        <a:spcBef>
                          <a:spcPts val="0"/>
                        </a:spcBef>
                        <a:spcAft>
                          <a:spcPts val="0"/>
                        </a:spcAft>
                        <a:buNone/>
                      </a:pPr>
                      <a:r>
                        <a:rPr lang="en-US" sz="2000">
                          <a:solidFill>
                            <a:srgbClr val="D8D8D8"/>
                          </a:solidFill>
                          <a:latin typeface="Arial"/>
                          <a:ea typeface="Arial"/>
                          <a:cs typeface="Arial"/>
                          <a:sym typeface="Arial"/>
                        </a:rPr>
                        <a:t>Berkeley CA 94710 USA</a:t>
                      </a:r>
                      <a:endParaRPr sz="2000">
                        <a:solidFill>
                          <a:srgbClr val="D8D8D8"/>
                        </a:solidFill>
                        <a:latin typeface="Arial"/>
                        <a:ea typeface="Arial"/>
                        <a:cs typeface="Arial"/>
                        <a:sym typeface="Arial"/>
                      </a:endParaRPr>
                    </a:p>
                  </a:txBody>
                  <a:tcPr marL="182875" marR="91450" marT="137150" marB="45725">
                    <a:solidFill>
                      <a:srgbClr val="010101"/>
                    </a:solidFill>
                  </a:tcPr>
                </a:tc>
                <a:tc gridSpan="2">
                  <a:txBody>
                    <a:bodyPr/>
                    <a:lstStyle/>
                    <a:p>
                      <a:pPr marL="0" marR="0" lvl="0" indent="0" algn="l" rtl="0">
                        <a:lnSpc>
                          <a:spcPct val="100000"/>
                        </a:lnSpc>
                        <a:spcBef>
                          <a:spcPts val="0"/>
                        </a:spcBef>
                        <a:spcAft>
                          <a:spcPts val="0"/>
                        </a:spcAft>
                        <a:buClr>
                          <a:srgbClr val="D0D0D0"/>
                        </a:buClr>
                        <a:buSzPts val="2400"/>
                        <a:buFont typeface="Arial"/>
                        <a:buNone/>
                      </a:pPr>
                      <a:r>
                        <a:rPr lang="en-US" sz="2400" b="1">
                          <a:solidFill>
                            <a:srgbClr val="D0D0D0"/>
                          </a:solidFill>
                          <a:latin typeface="Arial"/>
                          <a:ea typeface="Arial"/>
                          <a:cs typeface="Arial"/>
                          <a:sym typeface="Arial"/>
                        </a:rPr>
                        <a:t>For complete tutorials visit:</a:t>
                      </a:r>
                      <a:endParaRPr/>
                    </a:p>
                    <a:p>
                      <a:pPr marL="0" marR="0" lvl="0" indent="0" algn="l" rtl="0">
                        <a:lnSpc>
                          <a:spcPct val="100000"/>
                        </a:lnSpc>
                        <a:spcBef>
                          <a:spcPts val="0"/>
                        </a:spcBef>
                        <a:spcAft>
                          <a:spcPts val="0"/>
                        </a:spcAft>
                        <a:buClr>
                          <a:srgbClr val="FFC000"/>
                        </a:buClr>
                        <a:buSzPts val="1800"/>
                        <a:buFont typeface="Arial"/>
                        <a:buNone/>
                      </a:pPr>
                      <a:r>
                        <a:rPr lang="en-US" sz="1800" b="1">
                          <a:solidFill>
                            <a:srgbClr val="FFC000"/>
                          </a:solidFill>
                          <a:latin typeface="Arial"/>
                          <a:ea typeface="Arial"/>
                          <a:cs typeface="Arial"/>
                          <a:sym typeface="Arial"/>
                        </a:rPr>
                        <a:t>https://www.posterpresentations.com/helpdesk.html</a:t>
                      </a:r>
                      <a:endParaRPr sz="1800">
                        <a:solidFill>
                          <a:srgbClr val="D8D8D8"/>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8"/>
                  </a:ext>
                </a:extLst>
              </a:tr>
            </a:tbl>
          </a:graphicData>
        </a:graphic>
      </p:graphicFrame>
    </p:spTree>
  </p:cSld>
  <p:clrMap bg1="lt1" tx1="dk1" bg2="dk2" tx2="lt2" accent1="accent1" accent2="accent2" accent3="accent3" accent4="accent4" accent5="accent5" accent6="accent6" hlink="hlink" folHlink="folHlink"/>
  <p:sldLayoutIdLst>
    <p:sldLayoutId id="214748365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904">
          <p15:clr>
            <a:srgbClr val="F26B43"/>
          </p15:clr>
        </p15:guide>
        <p15:guide id="2" pos="9360">
          <p15:clr>
            <a:srgbClr val="F26B43"/>
          </p15:clr>
        </p15:guide>
        <p15:guide id="3" pos="1828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p8"/>
          <p:cNvSpPr txBox="1"/>
          <p:nvPr/>
        </p:nvSpPr>
        <p:spPr>
          <a:xfrm>
            <a:off x="1603881" y="32173892"/>
            <a:ext cx="2514600" cy="361442"/>
          </a:xfrm>
          <a:prstGeom prst="rect">
            <a:avLst/>
          </a:prstGeom>
          <a:noFill/>
          <a:ln>
            <a:noFill/>
          </a:ln>
        </p:spPr>
        <p:txBody>
          <a:bodyPr spcFirstLastPara="1" wrap="square" lIns="91250" tIns="45600" rIns="91250" bIns="45600" anchor="t" anchorCtr="0">
            <a:spAutoFit/>
          </a:bodyPr>
          <a:lstStyle/>
          <a:p>
            <a:pPr marL="0" marR="0" lvl="0" indent="0" algn="l" rtl="0">
              <a:lnSpc>
                <a:spcPct val="65000"/>
              </a:lnSpc>
              <a:spcBef>
                <a:spcPts val="0"/>
              </a:spcBef>
              <a:spcAft>
                <a:spcPts val="0"/>
              </a:spcAft>
              <a:buNone/>
            </a:pPr>
            <a:r>
              <a:rPr lang="en-US" sz="700" b="1">
                <a:solidFill>
                  <a:srgbClr val="BFBFBF"/>
                </a:solidFill>
                <a:latin typeface="Arial"/>
                <a:ea typeface="Arial"/>
                <a:cs typeface="Arial"/>
                <a:sym typeface="Arial"/>
              </a:rPr>
              <a:t>RESEARCH POSTER PRESENTATION DESIGN © 2019</a:t>
            </a:r>
            <a:endParaRPr/>
          </a:p>
          <a:p>
            <a:pPr marL="0" marR="0" lvl="0" indent="0" algn="l" rtl="0">
              <a:lnSpc>
                <a:spcPct val="65000"/>
              </a:lnSpc>
              <a:spcBef>
                <a:spcPts val="550"/>
              </a:spcBef>
              <a:spcAft>
                <a:spcPts val="0"/>
              </a:spcAft>
              <a:buNone/>
            </a:pPr>
            <a:r>
              <a:rPr lang="en-US" sz="1100" b="1">
                <a:solidFill>
                  <a:srgbClr val="BFBFBF"/>
                </a:solidFill>
                <a:latin typeface="Arial"/>
                <a:ea typeface="Arial"/>
                <a:cs typeface="Arial"/>
                <a:sym typeface="Arial"/>
              </a:rPr>
              <a:t>www.PosterPresentations.com</a:t>
            </a:r>
            <a:endParaRPr/>
          </a:p>
        </p:txBody>
      </p:sp>
      <p:graphicFrame>
        <p:nvGraphicFramePr>
          <p:cNvPr id="90" name="Google Shape;90;p8"/>
          <p:cNvGraphicFramePr/>
          <p:nvPr/>
        </p:nvGraphicFramePr>
        <p:xfrm>
          <a:off x="-10611120" y="14098"/>
          <a:ext cx="3000000" cy="3000000"/>
        </p:xfrm>
        <a:graphic>
          <a:graphicData uri="http://schemas.openxmlformats.org/drawingml/2006/table">
            <a:tbl>
              <a:tblPr firstRow="1" bandRow="1">
                <a:noFill/>
                <a:tableStyleId>{31ADC03B-971A-4465-824B-B061728AB08D}</a:tableStyleId>
              </a:tblPr>
              <a:tblGrid>
                <a:gridCol w="4192250">
                  <a:extLst>
                    <a:ext uri="{9D8B030D-6E8A-4147-A177-3AD203B41FA5}">
                      <a16:colId xmlns:a16="http://schemas.microsoft.com/office/drawing/2014/main" val="20000"/>
                    </a:ext>
                  </a:extLst>
                </a:gridCol>
                <a:gridCol w="5584625">
                  <a:extLst>
                    <a:ext uri="{9D8B030D-6E8A-4147-A177-3AD203B41FA5}">
                      <a16:colId xmlns:a16="http://schemas.microsoft.com/office/drawing/2014/main" val="20001"/>
                    </a:ext>
                  </a:extLst>
                </a:gridCol>
              </a:tblGrid>
              <a:tr h="1329125">
                <a:tc gridSpan="2">
                  <a:txBody>
                    <a:bodyPr/>
                    <a:lstStyle/>
                    <a:p>
                      <a:pPr marL="0" marR="0" lvl="0" indent="0" algn="ctr" rtl="0">
                        <a:lnSpc>
                          <a:spcPct val="100000"/>
                        </a:lnSpc>
                        <a:spcBef>
                          <a:spcPts val="0"/>
                        </a:spcBef>
                        <a:spcAft>
                          <a:spcPts val="0"/>
                        </a:spcAft>
                        <a:buClr>
                          <a:srgbClr val="1F3A4E"/>
                        </a:buClr>
                        <a:buSzPts val="3600"/>
                        <a:buFont typeface="Arial Black"/>
                        <a:buNone/>
                      </a:pPr>
                      <a:r>
                        <a:rPr lang="en-US" sz="3600" b="0" u="none" strike="noStrike" cap="none">
                          <a:solidFill>
                            <a:srgbClr val="1F3A4E"/>
                          </a:solidFill>
                          <a:latin typeface="Arial Black"/>
                          <a:ea typeface="Arial Black"/>
                          <a:cs typeface="Arial Black"/>
                          <a:sym typeface="Arial Black"/>
                        </a:rPr>
                        <a:t>QUICK START GUIDE</a:t>
                      </a:r>
                      <a:br>
                        <a:rPr lang="en-US" sz="3600" b="0" u="none" strike="noStrike" cap="none">
                          <a:solidFill>
                            <a:srgbClr val="1F3A4E"/>
                          </a:solidFill>
                          <a:latin typeface="Arial Black"/>
                          <a:ea typeface="Arial Black"/>
                          <a:cs typeface="Arial Black"/>
                          <a:sym typeface="Arial Black"/>
                        </a:rPr>
                      </a:br>
                      <a:r>
                        <a:rPr lang="en-US" sz="2800" b="1" u="none" strike="noStrike" cap="none">
                          <a:solidFill>
                            <a:srgbClr val="FF0000"/>
                          </a:solidFill>
                          <a:latin typeface="Trebuchet MS"/>
                          <a:ea typeface="Trebuchet MS"/>
                          <a:cs typeface="Trebuchet MS"/>
                          <a:sym typeface="Trebuchet MS"/>
                        </a:rPr>
                        <a:t>(THIS SIDEBAR WILL NOT PRINT)</a:t>
                      </a:r>
                      <a:endParaRPr sz="3600" b="1" u="none" strike="noStrike" cap="none">
                        <a:solidFill>
                          <a:schemeClr val="lt1"/>
                        </a:solidFill>
                        <a:latin typeface="Trebuchet MS"/>
                        <a:ea typeface="Trebuchet MS"/>
                        <a:cs typeface="Trebuchet MS"/>
                        <a:sym typeface="Trebuchet MS"/>
                      </a:endParaRPr>
                    </a:p>
                  </a:txBody>
                  <a:tcPr marL="182875" marR="91450" marT="137150" marB="45725">
                    <a:solidFill>
                      <a:srgbClr val="FFC000"/>
                    </a:solidFill>
                  </a:tcPr>
                </a:tc>
                <a:tc hMerge="1">
                  <a:txBody>
                    <a:bodyPr/>
                    <a:lstStyle/>
                    <a:p>
                      <a:endParaRPr lang="en-US"/>
                    </a:p>
                  </a:txBody>
                  <a:tcPr/>
                </a:tc>
                <a:extLst>
                  <a:ext uri="{0D108BD9-81ED-4DB2-BD59-A6C34878D82A}">
                    <a16:rowId xmlns:a16="http://schemas.microsoft.com/office/drawing/2014/main" val="10000"/>
                  </a:ext>
                </a:extLst>
              </a:tr>
              <a:tr h="4206625">
                <a:tc gridSpan="2">
                  <a:txBody>
                    <a:bodyPr/>
                    <a:lstStyle/>
                    <a:p>
                      <a:pPr marL="0" marR="0" lvl="0" indent="0" algn="l" rtl="0">
                        <a:spcBef>
                          <a:spcPts val="0"/>
                        </a:spcBef>
                        <a:spcAft>
                          <a:spcPts val="0"/>
                        </a:spcAft>
                        <a:buNone/>
                      </a:pPr>
                      <a:r>
                        <a:rPr lang="en-US" sz="2000" i="0" u="none" strike="noStrike" cap="none">
                          <a:solidFill>
                            <a:srgbClr val="D9D9D9"/>
                          </a:solidFill>
                          <a:latin typeface="Arial"/>
                          <a:ea typeface="Arial"/>
                          <a:cs typeface="Arial"/>
                          <a:sym typeface="Arial"/>
                        </a:rPr>
                        <a:t>This PowerPoint template produces a </a:t>
                      </a:r>
                      <a:r>
                        <a:rPr lang="en-US" sz="2000" i="0" u="none" strike="noStrike" cap="none">
                          <a:solidFill>
                            <a:srgbClr val="FFC000"/>
                          </a:solidFill>
                          <a:latin typeface="Arial"/>
                          <a:ea typeface="Arial"/>
                          <a:cs typeface="Arial"/>
                          <a:sym typeface="Arial"/>
                        </a:rPr>
                        <a:t>36"x48" </a:t>
                      </a:r>
                      <a:r>
                        <a:rPr lang="en-US" sz="2000" i="0" u="none" strike="noStrike" cap="none">
                          <a:solidFill>
                            <a:srgbClr val="D9D9D9"/>
                          </a:solidFill>
                          <a:latin typeface="Arial"/>
                          <a:ea typeface="Arial"/>
                          <a:cs typeface="Arial"/>
                          <a:sym typeface="Arial"/>
                        </a:rPr>
                        <a:t>presentation poster. You can use it to create your research poster by placing your title, subtitle, text, tables, charts and photos. </a:t>
                      </a:r>
                      <a:endParaRPr/>
                    </a:p>
                    <a:p>
                      <a:pPr marL="0" marR="0" lvl="0" indent="0" algn="l" rtl="0">
                        <a:spcBef>
                          <a:spcPts val="0"/>
                        </a:spcBef>
                        <a:spcAft>
                          <a:spcPts val="0"/>
                        </a:spcAft>
                        <a:buNone/>
                      </a:pPr>
                      <a:endParaRPr sz="2000" i="0" u="none" strike="noStrike" cap="none">
                        <a:solidFill>
                          <a:srgbClr val="D9D9D9"/>
                        </a:solidFill>
                        <a:latin typeface="Arial"/>
                        <a:ea typeface="Arial"/>
                        <a:cs typeface="Arial"/>
                        <a:sym typeface="Arial"/>
                      </a:endParaRPr>
                    </a:p>
                    <a:p>
                      <a:pPr marL="0" marR="0" lvl="0" indent="0" algn="l" rtl="0">
                        <a:spcBef>
                          <a:spcPts val="0"/>
                        </a:spcBef>
                        <a:spcAft>
                          <a:spcPts val="0"/>
                        </a:spcAft>
                        <a:buNone/>
                      </a:pPr>
                      <a:r>
                        <a:rPr lang="en-US" sz="2000" i="0" u="none" strike="noStrike" cap="none">
                          <a:solidFill>
                            <a:srgbClr val="D9D9D9"/>
                          </a:solidFill>
                          <a:latin typeface="Arial"/>
                          <a:ea typeface="Arial"/>
                          <a:cs typeface="Arial"/>
                          <a:sym typeface="Arial"/>
                        </a:rPr>
                        <a:t>We provide a series of online tutorials that will guide you through the poster design process and answer your poster production questions. For complete template tutorials, go online to </a:t>
                      </a:r>
                      <a:r>
                        <a:rPr lang="en-US" sz="2000" i="0" u="none" strike="noStrike" cap="none">
                          <a:solidFill>
                            <a:srgbClr val="FFC000"/>
                          </a:solidFill>
                          <a:latin typeface="Arial"/>
                          <a:ea typeface="Arial"/>
                          <a:cs typeface="Arial"/>
                          <a:sym typeface="Arial"/>
                        </a:rPr>
                        <a:t>PosterPresentations.com</a:t>
                      </a:r>
                      <a:r>
                        <a:rPr lang="en-US" sz="2000" i="0" u="none" strike="noStrike" cap="none">
                          <a:solidFill>
                            <a:srgbClr val="D9D9D9"/>
                          </a:solidFill>
                          <a:latin typeface="Arial"/>
                          <a:ea typeface="Arial"/>
                          <a:cs typeface="Arial"/>
                          <a:sym typeface="Arial"/>
                        </a:rPr>
                        <a:t> and click on the  </a:t>
                      </a:r>
                      <a:r>
                        <a:rPr lang="en-US" sz="2000" i="0" u="none" strike="noStrike" cap="none">
                          <a:solidFill>
                            <a:srgbClr val="FFC000"/>
                          </a:solidFill>
                          <a:latin typeface="Arial"/>
                          <a:ea typeface="Arial"/>
                          <a:cs typeface="Arial"/>
                          <a:sym typeface="Arial"/>
                        </a:rPr>
                        <a:t>HELP DESK</a:t>
                      </a:r>
                      <a:r>
                        <a:rPr lang="en-US" sz="2000" i="0" u="none" strike="noStrike" cap="none">
                          <a:solidFill>
                            <a:srgbClr val="D9D9D9"/>
                          </a:solidFill>
                          <a:latin typeface="Arial"/>
                          <a:ea typeface="Arial"/>
                          <a:cs typeface="Arial"/>
                          <a:sym typeface="Arial"/>
                        </a:rPr>
                        <a:t> tab.</a:t>
                      </a:r>
                      <a:endParaRPr/>
                    </a:p>
                    <a:p>
                      <a:pPr marL="0" marR="0" lvl="0" indent="0" algn="l" rtl="0">
                        <a:spcBef>
                          <a:spcPts val="0"/>
                        </a:spcBef>
                        <a:spcAft>
                          <a:spcPts val="0"/>
                        </a:spcAft>
                        <a:buNone/>
                      </a:pPr>
                      <a:endParaRPr sz="2000" i="0" u="none" strike="noStrike" cap="none">
                        <a:solidFill>
                          <a:srgbClr val="D9D9D9"/>
                        </a:solidFill>
                        <a:latin typeface="Arial"/>
                        <a:ea typeface="Arial"/>
                        <a:cs typeface="Arial"/>
                        <a:sym typeface="Arial"/>
                      </a:endParaRPr>
                    </a:p>
                    <a:p>
                      <a:pPr marL="0" marR="0" lvl="0" indent="0" algn="l" rtl="0">
                        <a:spcBef>
                          <a:spcPts val="0"/>
                        </a:spcBef>
                        <a:spcAft>
                          <a:spcPts val="0"/>
                        </a:spcAft>
                        <a:buNone/>
                      </a:pPr>
                      <a:r>
                        <a:rPr lang="en-US" sz="2000" i="0" u="none" strike="noStrike" cap="none">
                          <a:solidFill>
                            <a:srgbClr val="D9D9D9"/>
                          </a:solidFill>
                          <a:latin typeface="Arial"/>
                          <a:ea typeface="Arial"/>
                          <a:cs typeface="Arial"/>
                          <a:sym typeface="Arial"/>
                        </a:rPr>
                        <a:t>To print your poster using our same-day professional printing service, go online to </a:t>
                      </a:r>
                      <a:r>
                        <a:rPr lang="en-US" sz="2000" i="0" u="none" strike="noStrike" cap="none">
                          <a:solidFill>
                            <a:srgbClr val="FFC000"/>
                          </a:solidFill>
                          <a:latin typeface="Arial"/>
                          <a:ea typeface="Arial"/>
                          <a:cs typeface="Arial"/>
                          <a:sym typeface="Arial"/>
                        </a:rPr>
                        <a:t>PosterPresentations.com</a:t>
                      </a:r>
                      <a:r>
                        <a:rPr lang="en-US" sz="2000" i="0" u="none" strike="noStrike" cap="none">
                          <a:solidFill>
                            <a:srgbClr val="D9D9D9"/>
                          </a:solidFill>
                          <a:latin typeface="Arial"/>
                          <a:ea typeface="Arial"/>
                          <a:cs typeface="Arial"/>
                          <a:sym typeface="Arial"/>
                        </a:rPr>
                        <a:t> and click on "</a:t>
                      </a:r>
                      <a:r>
                        <a:rPr lang="en-US" sz="2000" i="0" u="none" strike="noStrike" cap="none">
                          <a:solidFill>
                            <a:srgbClr val="FFC000"/>
                          </a:solidFill>
                          <a:latin typeface="Arial"/>
                          <a:ea typeface="Arial"/>
                          <a:cs typeface="Arial"/>
                          <a:sym typeface="Arial"/>
                        </a:rPr>
                        <a:t>Order your poster</a:t>
                      </a:r>
                      <a:r>
                        <a:rPr lang="en-US" sz="2000" i="0" u="none" strike="noStrike" cap="none">
                          <a:solidFill>
                            <a:srgbClr val="D9D9D9"/>
                          </a:solidFill>
                          <a:latin typeface="Arial"/>
                          <a:ea typeface="Arial"/>
                          <a:cs typeface="Arial"/>
                          <a:sym typeface="Arial"/>
                        </a:rPr>
                        <a:t>".</a:t>
                      </a:r>
                      <a:endParaRPr sz="2000" b="1" u="none" strike="noStrike" cap="none">
                        <a:solidFill>
                          <a:srgbClr val="D9D9D9"/>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1"/>
                  </a:ext>
                </a:extLst>
              </a:tr>
              <a:tr h="4572425">
                <a:tc>
                  <a:txBody>
                    <a:bodyPr/>
                    <a:lstStyle/>
                    <a:p>
                      <a:pPr marL="0" marR="0" lvl="0" indent="0" algn="ctr" rtl="0">
                        <a:spcBef>
                          <a:spcPts val="0"/>
                        </a:spcBef>
                        <a:spcAft>
                          <a:spcPts val="0"/>
                        </a:spcAft>
                        <a:buNone/>
                      </a:pPr>
                      <a:endParaRPr sz="2000" u="none" strike="noStrike" cap="none">
                        <a:solidFill>
                          <a:srgbClr val="1F3A4E"/>
                        </a:solidFill>
                      </a:endParaRPr>
                    </a:p>
                    <a:p>
                      <a:pPr marL="0" marR="0" lvl="0" indent="0" algn="ctr" rtl="0">
                        <a:spcBef>
                          <a:spcPts val="0"/>
                        </a:spcBef>
                        <a:spcAft>
                          <a:spcPts val="0"/>
                        </a:spcAft>
                        <a:buNone/>
                      </a:pPr>
                      <a:endParaRPr sz="2000" u="none" strike="noStrike" cap="none">
                        <a:solidFill>
                          <a:srgbClr val="1F3A4E"/>
                        </a:solidFill>
                      </a:endParaRPr>
                    </a:p>
                    <a:p>
                      <a:pPr marL="0" marR="0" lvl="0" indent="0" algn="ctr" rtl="0">
                        <a:spcBef>
                          <a:spcPts val="0"/>
                        </a:spcBef>
                        <a:spcAft>
                          <a:spcPts val="0"/>
                        </a:spcAft>
                        <a:buNone/>
                      </a:pPr>
                      <a:r>
                        <a:rPr lang="en-US" sz="2000" u="none" strike="noStrike" cap="none">
                          <a:solidFill>
                            <a:schemeClr val="lt1"/>
                          </a:solidFill>
                          <a:latin typeface="Arial"/>
                          <a:ea typeface="Arial"/>
                          <a:cs typeface="Arial"/>
                          <a:sym typeface="Arial"/>
                        </a:rPr>
                        <a:t>This is a template for a </a:t>
                      </a:r>
                      <a:endParaRPr/>
                    </a:p>
                    <a:p>
                      <a:pPr marL="0" marR="0" lvl="0" indent="0" algn="ctr" rtl="0">
                        <a:spcBef>
                          <a:spcPts val="0"/>
                        </a:spcBef>
                        <a:spcAft>
                          <a:spcPts val="0"/>
                        </a:spcAft>
                        <a:buNone/>
                      </a:pPr>
                      <a:r>
                        <a:rPr lang="en-US" sz="2000" u="none" strike="noStrike" cap="none">
                          <a:solidFill>
                            <a:schemeClr val="lt1"/>
                          </a:solidFill>
                          <a:latin typeface="Arial"/>
                          <a:ea typeface="Arial"/>
                          <a:cs typeface="Arial"/>
                          <a:sym typeface="Arial"/>
                        </a:rPr>
                        <a:t>presentation poster</a:t>
                      </a:r>
                      <a:br>
                        <a:rPr lang="en-US" sz="2000" u="none" strike="noStrike" cap="none">
                          <a:solidFill>
                            <a:schemeClr val="lt1"/>
                          </a:solidFill>
                          <a:latin typeface="Arial"/>
                          <a:ea typeface="Arial"/>
                          <a:cs typeface="Arial"/>
                          <a:sym typeface="Arial"/>
                        </a:rPr>
                      </a:br>
                      <a:r>
                        <a:rPr lang="en-US" sz="3600" b="1" u="none" strike="noStrike" cap="none">
                          <a:solidFill>
                            <a:srgbClr val="FFC000"/>
                          </a:solidFill>
                          <a:latin typeface="Arial"/>
                          <a:ea typeface="Arial"/>
                          <a:cs typeface="Arial"/>
                          <a:sym typeface="Arial"/>
                        </a:rPr>
                        <a:t>36 inches tall</a:t>
                      </a:r>
                      <a:br>
                        <a:rPr lang="en-US" sz="3600" b="1" u="none" strike="noStrike" cap="none">
                          <a:solidFill>
                            <a:srgbClr val="FFC000"/>
                          </a:solidFill>
                          <a:latin typeface="Arial"/>
                          <a:ea typeface="Arial"/>
                          <a:cs typeface="Arial"/>
                          <a:sym typeface="Arial"/>
                        </a:rPr>
                      </a:br>
                      <a:r>
                        <a:rPr lang="en-US" sz="3600" b="1" u="none" strike="noStrike" cap="none">
                          <a:solidFill>
                            <a:srgbClr val="FFC000"/>
                          </a:solidFill>
                          <a:latin typeface="Arial"/>
                          <a:ea typeface="Arial"/>
                          <a:cs typeface="Arial"/>
                          <a:sym typeface="Arial"/>
                        </a:rPr>
                        <a:t>by</a:t>
                      </a:r>
                      <a:br>
                        <a:rPr lang="en-US" sz="3600" b="1" u="none" strike="noStrike" cap="none">
                          <a:solidFill>
                            <a:srgbClr val="FFC000"/>
                          </a:solidFill>
                          <a:latin typeface="Arial"/>
                          <a:ea typeface="Arial"/>
                          <a:cs typeface="Arial"/>
                          <a:sym typeface="Arial"/>
                        </a:rPr>
                      </a:br>
                      <a:r>
                        <a:rPr lang="en-US" sz="3600" b="1" u="none" strike="noStrike" cap="none">
                          <a:solidFill>
                            <a:srgbClr val="FFC000"/>
                          </a:solidFill>
                          <a:latin typeface="Arial"/>
                          <a:ea typeface="Arial"/>
                          <a:cs typeface="Arial"/>
                          <a:sym typeface="Arial"/>
                        </a:rPr>
                        <a:t>48 inches wide</a:t>
                      </a:r>
                      <a:br>
                        <a:rPr lang="en-US" sz="2000" u="none" strike="noStrike" cap="none">
                          <a:solidFill>
                            <a:schemeClr val="lt1"/>
                          </a:solidFill>
                          <a:latin typeface="Arial"/>
                          <a:ea typeface="Arial"/>
                          <a:cs typeface="Arial"/>
                          <a:sym typeface="Arial"/>
                        </a:rPr>
                      </a:br>
                      <a:endParaRPr sz="2000" u="none" strike="noStrike" cap="none">
                        <a:solidFill>
                          <a:srgbClr val="1F3A4E"/>
                        </a:solidFill>
                      </a:endParaRPr>
                    </a:p>
                  </a:txBody>
                  <a:tcPr marL="91450" marR="91450" marT="45725" marB="45725">
                    <a:solidFill>
                      <a:srgbClr val="010101"/>
                    </a:solidFill>
                  </a:tcPr>
                </a:tc>
                <a:tc>
                  <a:txBody>
                    <a:bodyPr/>
                    <a:lstStyle/>
                    <a:p>
                      <a:pPr marL="0" marR="0" lvl="0" indent="0" algn="l" rtl="0">
                        <a:lnSpc>
                          <a:spcPct val="100000"/>
                        </a:lnSpc>
                        <a:spcBef>
                          <a:spcPts val="0"/>
                        </a:spcBef>
                        <a:spcAft>
                          <a:spcPts val="0"/>
                        </a:spcAft>
                        <a:buClr>
                          <a:srgbClr val="FFC000"/>
                        </a:buClr>
                        <a:buSzPts val="2400"/>
                        <a:buFont typeface="Arial"/>
                        <a:buNone/>
                      </a:pPr>
                      <a:r>
                        <a:rPr lang="en-US" sz="2400" b="1" u="none" strike="noStrike" cap="none">
                          <a:solidFill>
                            <a:srgbClr val="FFC000"/>
                          </a:solidFill>
                          <a:latin typeface="Arial"/>
                          <a:ea typeface="Arial"/>
                          <a:cs typeface="Arial"/>
                          <a:sym typeface="Arial"/>
                        </a:rPr>
                        <a:t>Important: Check the template size</a:t>
                      </a:r>
                      <a:br>
                        <a:rPr lang="en-US" sz="2000" b="0" u="none" strike="noStrike" cap="none">
                          <a:solidFill>
                            <a:srgbClr val="FFC000"/>
                          </a:solidFill>
                          <a:latin typeface="Arial"/>
                          <a:ea typeface="Arial"/>
                          <a:cs typeface="Arial"/>
                          <a:sym typeface="Arial"/>
                        </a:rPr>
                      </a:br>
                      <a:r>
                        <a:rPr lang="en-US" sz="2000" b="0" u="none" strike="noStrike" cap="none">
                          <a:solidFill>
                            <a:srgbClr val="D9D9D9"/>
                          </a:solidFill>
                          <a:latin typeface="Arial"/>
                          <a:ea typeface="Arial"/>
                          <a:cs typeface="Arial"/>
                          <a:sym typeface="Arial"/>
                        </a:rPr>
                        <a:t>Before you start working on your poster and to avoid printing problems check that you have downloaded and that you are using the correct size template for your poster presentation.</a:t>
                      </a:r>
                      <a:br>
                        <a:rPr lang="en-US" sz="2000" b="0" u="none" strike="noStrike" cap="none">
                          <a:solidFill>
                            <a:srgbClr val="D9D9D9"/>
                          </a:solidFill>
                          <a:latin typeface="Arial"/>
                          <a:ea typeface="Arial"/>
                          <a:cs typeface="Arial"/>
                          <a:sym typeface="Arial"/>
                        </a:rPr>
                      </a:br>
                      <a:r>
                        <a:rPr lang="en-US" sz="2000" b="0" u="none" strike="noStrike" cap="none">
                          <a:solidFill>
                            <a:srgbClr val="D9D9D9"/>
                          </a:solidFill>
                          <a:latin typeface="Arial"/>
                          <a:ea typeface="Arial"/>
                          <a:cs typeface="Arial"/>
                          <a:sym typeface="Arial"/>
                        </a:rPr>
                        <a:t>This template can also be printed at the following sizes without distortion and without any additional formatting:</a:t>
                      </a:r>
                      <a:br>
                        <a:rPr lang="en-US" sz="2000" b="0" u="none" strike="noStrike" cap="none">
                          <a:solidFill>
                            <a:srgbClr val="D9D9D9"/>
                          </a:solidFill>
                          <a:latin typeface="Arial"/>
                          <a:ea typeface="Arial"/>
                          <a:cs typeface="Arial"/>
                          <a:sym typeface="Arial"/>
                        </a:rPr>
                      </a:br>
                      <a:r>
                        <a:rPr lang="en-US" sz="2000" b="0" u="none" strike="noStrike" cap="none">
                          <a:solidFill>
                            <a:srgbClr val="FFC000"/>
                          </a:solidFill>
                          <a:latin typeface="Arial"/>
                          <a:ea typeface="Arial"/>
                          <a:cs typeface="Arial"/>
                          <a:sym typeface="Arial"/>
                        </a:rPr>
                        <a:t>30 tall x 40 wide</a:t>
                      </a:r>
                      <a:br>
                        <a:rPr lang="en-US" sz="2000" b="0" u="none" strike="noStrike" cap="none">
                          <a:solidFill>
                            <a:srgbClr val="FFC000"/>
                          </a:solidFill>
                          <a:latin typeface="Arial"/>
                          <a:ea typeface="Arial"/>
                          <a:cs typeface="Arial"/>
                          <a:sym typeface="Arial"/>
                        </a:rPr>
                      </a:br>
                      <a:r>
                        <a:rPr lang="en-US" sz="2000" b="0" u="none" strike="noStrike" cap="none">
                          <a:solidFill>
                            <a:srgbClr val="FFC000"/>
                          </a:solidFill>
                          <a:latin typeface="Arial"/>
                          <a:ea typeface="Arial"/>
                          <a:cs typeface="Arial"/>
                          <a:sym typeface="Arial"/>
                        </a:rPr>
                        <a:t>42 tall x 56 wide</a:t>
                      </a:r>
                      <a:br>
                        <a:rPr lang="en-US" sz="2000" b="0" u="none" strike="noStrike" cap="none">
                          <a:solidFill>
                            <a:srgbClr val="FFC000"/>
                          </a:solidFill>
                          <a:latin typeface="Arial"/>
                          <a:ea typeface="Arial"/>
                          <a:cs typeface="Arial"/>
                          <a:sym typeface="Arial"/>
                        </a:rPr>
                      </a:br>
                      <a:r>
                        <a:rPr lang="en-US" sz="2000" b="0" u="none" strike="noStrike" cap="none">
                          <a:solidFill>
                            <a:srgbClr val="FFC000"/>
                          </a:solidFill>
                          <a:latin typeface="Arial"/>
                          <a:ea typeface="Arial"/>
                          <a:cs typeface="Arial"/>
                          <a:sym typeface="Arial"/>
                        </a:rPr>
                        <a:t>48 tall x 64 wide</a:t>
                      </a:r>
                      <a:endParaRPr/>
                    </a:p>
                  </a:txBody>
                  <a:tcPr marL="182875" marR="91450" marT="137150" marB="45725">
                    <a:solidFill>
                      <a:srgbClr val="010101"/>
                    </a:solidFill>
                  </a:tcPr>
                </a:tc>
                <a:extLst>
                  <a:ext uri="{0D108BD9-81ED-4DB2-BD59-A6C34878D82A}">
                    <a16:rowId xmlns:a16="http://schemas.microsoft.com/office/drawing/2014/main" val="10002"/>
                  </a:ext>
                </a:extLst>
              </a:tr>
              <a:tr h="4288700">
                <a:tc>
                  <a:txBody>
                    <a:bodyPr/>
                    <a:lstStyle/>
                    <a:p>
                      <a:pPr marL="0" marR="0" lvl="0" indent="0" algn="l" rtl="0">
                        <a:spcBef>
                          <a:spcPts val="0"/>
                        </a:spcBef>
                        <a:spcAft>
                          <a:spcPts val="0"/>
                        </a:spcAft>
                        <a:buNone/>
                      </a:pPr>
                      <a:endParaRPr sz="2000">
                        <a:solidFill>
                          <a:srgbClr val="1F3A4E"/>
                        </a:solidFill>
                      </a:endParaRPr>
                    </a:p>
                  </a:txBody>
                  <a:tcPr marL="91450" marR="91450" marT="45725" marB="45725"/>
                </a:tc>
                <a:tc>
                  <a:txBody>
                    <a:bodyPr/>
                    <a:lstStyle/>
                    <a:p>
                      <a:pPr marL="0" marR="0" lvl="0" indent="0" algn="l" rtl="0">
                        <a:spcBef>
                          <a:spcPts val="0"/>
                        </a:spcBef>
                        <a:spcAft>
                          <a:spcPts val="0"/>
                        </a:spcAft>
                        <a:buNone/>
                      </a:pPr>
                      <a:r>
                        <a:rPr lang="en-US" sz="2400" b="1">
                          <a:solidFill>
                            <a:srgbClr val="FFC000"/>
                          </a:solidFill>
                          <a:latin typeface="Arial"/>
                          <a:ea typeface="Arial"/>
                          <a:cs typeface="Arial"/>
                          <a:sym typeface="Arial"/>
                        </a:rPr>
                        <a:t>How to </a:t>
                      </a:r>
                      <a:r>
                        <a:rPr lang="en-US" sz="4000" b="1">
                          <a:solidFill>
                            <a:srgbClr val="FFC000"/>
                          </a:solidFill>
                          <a:latin typeface="Arial"/>
                          <a:ea typeface="Arial"/>
                          <a:cs typeface="Arial"/>
                          <a:sym typeface="Arial"/>
                        </a:rPr>
                        <a:t>Zoom in </a:t>
                      </a:r>
                      <a:r>
                        <a:rPr lang="en-US" sz="2400" b="1">
                          <a:solidFill>
                            <a:srgbClr val="FFC000"/>
                          </a:solidFill>
                          <a:latin typeface="Arial"/>
                          <a:ea typeface="Arial"/>
                          <a:cs typeface="Arial"/>
                          <a:sym typeface="Arial"/>
                        </a:rPr>
                        <a:t>and </a:t>
                      </a:r>
                      <a:r>
                        <a:rPr lang="en-US" sz="1800" b="1">
                          <a:solidFill>
                            <a:srgbClr val="FFC000"/>
                          </a:solidFill>
                          <a:latin typeface="Arial"/>
                          <a:ea typeface="Arial"/>
                          <a:cs typeface="Arial"/>
                          <a:sym typeface="Arial"/>
                        </a:rPr>
                        <a:t>out</a:t>
                      </a:r>
                      <a:endParaRPr sz="2400" b="1">
                        <a:solidFill>
                          <a:srgbClr val="FFC000"/>
                        </a:solidFill>
                        <a:latin typeface="Arial"/>
                        <a:ea typeface="Arial"/>
                        <a:cs typeface="Arial"/>
                        <a:sym typeface="Arial"/>
                      </a:endParaRPr>
                    </a:p>
                    <a:p>
                      <a:pPr marL="0" marR="0" lvl="0" indent="0" algn="l" rtl="0">
                        <a:spcBef>
                          <a:spcPts val="0"/>
                        </a:spcBef>
                        <a:spcAft>
                          <a:spcPts val="0"/>
                        </a:spcAft>
                        <a:buNone/>
                      </a:pPr>
                      <a:r>
                        <a:rPr lang="en-US" sz="2000" b="0">
                          <a:solidFill>
                            <a:srgbClr val="D9D9D9"/>
                          </a:solidFill>
                          <a:latin typeface="Arial"/>
                          <a:ea typeface="Arial"/>
                          <a:cs typeface="Arial"/>
                          <a:sym typeface="Arial"/>
                        </a:rPr>
                        <a:t>Use the PowerPoint zoom tool to adjust the screen magnification to view comfortably. PowerPoint provides 2 ways to zoom: </a:t>
                      </a:r>
                      <a:br>
                        <a:rPr lang="en-US" sz="2000" b="0">
                          <a:solidFill>
                            <a:srgbClr val="D9D9D9"/>
                          </a:solidFill>
                          <a:latin typeface="Arial"/>
                          <a:ea typeface="Arial"/>
                          <a:cs typeface="Arial"/>
                          <a:sym typeface="Arial"/>
                        </a:rPr>
                      </a:br>
                      <a:r>
                        <a:rPr lang="en-US" sz="2000" b="0">
                          <a:solidFill>
                            <a:srgbClr val="FFC000"/>
                          </a:solidFill>
                          <a:latin typeface="Arial"/>
                          <a:ea typeface="Arial"/>
                          <a:cs typeface="Arial"/>
                          <a:sym typeface="Arial"/>
                        </a:rPr>
                        <a:t>1. </a:t>
                      </a:r>
                      <a:r>
                        <a:rPr lang="en-US" sz="2000" b="0">
                          <a:solidFill>
                            <a:srgbClr val="D9D9D9"/>
                          </a:solidFill>
                          <a:latin typeface="Arial"/>
                          <a:ea typeface="Arial"/>
                          <a:cs typeface="Arial"/>
                          <a:sym typeface="Arial"/>
                        </a:rPr>
                        <a:t>On the top menu bar click on the VIEW tab and then click on ZOOM. Choose the zoom percentage that works best for you. </a:t>
                      </a:r>
                      <a:br>
                        <a:rPr lang="en-US" sz="2000" b="0">
                          <a:solidFill>
                            <a:srgbClr val="D9D9D9"/>
                          </a:solidFill>
                          <a:latin typeface="Arial"/>
                          <a:ea typeface="Arial"/>
                          <a:cs typeface="Arial"/>
                          <a:sym typeface="Arial"/>
                        </a:rPr>
                      </a:br>
                      <a:r>
                        <a:rPr lang="en-US" sz="2000" b="0">
                          <a:solidFill>
                            <a:srgbClr val="FFC000"/>
                          </a:solidFill>
                          <a:latin typeface="Arial"/>
                          <a:ea typeface="Arial"/>
                          <a:cs typeface="Arial"/>
                          <a:sym typeface="Arial"/>
                        </a:rPr>
                        <a:t>2. </a:t>
                      </a:r>
                      <a:r>
                        <a:rPr lang="en-US" sz="2000" b="0">
                          <a:solidFill>
                            <a:srgbClr val="D9D9D9"/>
                          </a:solidFill>
                          <a:latin typeface="Arial"/>
                          <a:ea typeface="Arial"/>
                          <a:cs typeface="Arial"/>
                          <a:sym typeface="Arial"/>
                        </a:rPr>
                        <a:t>For better zoom flexibility, use the zoom slider at the bottom right of the window.</a:t>
                      </a:r>
                      <a:endParaRPr/>
                    </a:p>
                  </a:txBody>
                  <a:tcPr marL="182875" marR="91450" marT="137150" marB="45725">
                    <a:solidFill>
                      <a:srgbClr val="010101"/>
                    </a:solidFill>
                  </a:tcPr>
                </a:tc>
                <a:extLst>
                  <a:ext uri="{0D108BD9-81ED-4DB2-BD59-A6C34878D82A}">
                    <a16:rowId xmlns:a16="http://schemas.microsoft.com/office/drawing/2014/main" val="10003"/>
                  </a:ext>
                </a:extLst>
              </a:tr>
              <a:tr h="1800525">
                <a:tc gridSpan="2">
                  <a:txBody>
                    <a:bodyPr/>
                    <a:lstStyle/>
                    <a:p>
                      <a:pPr marL="0" marR="0" lvl="0" indent="0" algn="l" rtl="0">
                        <a:lnSpc>
                          <a:spcPct val="100000"/>
                        </a:lnSpc>
                        <a:spcBef>
                          <a:spcPts val="0"/>
                        </a:spcBef>
                        <a:spcAft>
                          <a:spcPts val="0"/>
                        </a:spcAft>
                        <a:buClr>
                          <a:srgbClr val="FFC000"/>
                        </a:buClr>
                        <a:buSzPts val="2400"/>
                        <a:buFont typeface="Arial"/>
                        <a:buNone/>
                      </a:pPr>
                      <a:r>
                        <a:rPr lang="en-US" sz="2400" b="1">
                          <a:solidFill>
                            <a:srgbClr val="FFC000"/>
                          </a:solidFill>
                          <a:latin typeface="Arial"/>
                          <a:ea typeface="Arial"/>
                          <a:cs typeface="Arial"/>
                          <a:sym typeface="Arial"/>
                        </a:rPr>
                        <a:t>Ruler and Guides</a:t>
                      </a:r>
                      <a:br>
                        <a:rPr lang="en-US" sz="2000" b="0">
                          <a:solidFill>
                            <a:srgbClr val="FFC000"/>
                          </a:solidFill>
                          <a:latin typeface="Arial"/>
                          <a:ea typeface="Arial"/>
                          <a:cs typeface="Arial"/>
                          <a:sym typeface="Arial"/>
                        </a:rPr>
                      </a:br>
                      <a:r>
                        <a:rPr lang="en-US" sz="2000" b="0">
                          <a:solidFill>
                            <a:srgbClr val="D9D9D9"/>
                          </a:solidFill>
                          <a:latin typeface="Arial"/>
                          <a:ea typeface="Arial"/>
                          <a:cs typeface="Arial"/>
                          <a:sym typeface="Arial"/>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endParaRPr/>
                    </a:p>
                  </a:txBody>
                  <a:tcPr marL="91450" marR="91450" marT="45725" marB="45725">
                    <a:solidFill>
                      <a:srgbClr val="010101"/>
                    </a:solidFill>
                  </a:tcPr>
                </a:tc>
                <a:tc hMerge="1">
                  <a:txBody>
                    <a:bodyPr/>
                    <a:lstStyle/>
                    <a:p>
                      <a:endParaRPr lang="en-US"/>
                    </a:p>
                  </a:txBody>
                  <a:tcPr/>
                </a:tc>
                <a:extLst>
                  <a:ext uri="{0D108BD9-81ED-4DB2-BD59-A6C34878D82A}">
                    <a16:rowId xmlns:a16="http://schemas.microsoft.com/office/drawing/2014/main" val="10004"/>
                  </a:ext>
                </a:extLst>
              </a:tr>
              <a:tr h="3824350">
                <a:tc>
                  <a:txBody>
                    <a:bodyPr/>
                    <a:lstStyle/>
                    <a:p>
                      <a:pPr marL="0" marR="0" lvl="0" indent="0" algn="l" rtl="0">
                        <a:spcBef>
                          <a:spcPts val="0"/>
                        </a:spcBef>
                        <a:spcAft>
                          <a:spcPts val="0"/>
                        </a:spcAft>
                        <a:buNone/>
                      </a:pPr>
                      <a:endParaRPr sz="2000">
                        <a:solidFill>
                          <a:srgbClr val="1F3A4E"/>
                        </a:solidFill>
                      </a:endParaRPr>
                    </a:p>
                  </a:txBody>
                  <a:tcPr marL="91450" marR="91450" marT="45725" marB="45725"/>
                </a:tc>
                <a:tc>
                  <a:txBody>
                    <a:bodyPr/>
                    <a:lstStyle/>
                    <a:p>
                      <a:pPr marL="0" marR="0" lvl="1" indent="0" algn="l" rtl="0">
                        <a:spcBef>
                          <a:spcPts val="0"/>
                        </a:spcBef>
                        <a:spcAft>
                          <a:spcPts val="0"/>
                        </a:spcAft>
                        <a:buNone/>
                      </a:pPr>
                      <a:r>
                        <a:rPr lang="en-US" sz="2400" b="1" u="none" strike="noStrike" cap="none">
                          <a:solidFill>
                            <a:srgbClr val="FFC000"/>
                          </a:solidFill>
                          <a:latin typeface="Arial"/>
                          <a:ea typeface="Arial"/>
                          <a:cs typeface="Arial"/>
                          <a:sym typeface="Arial"/>
                        </a:rPr>
                        <a:t>Headers and text containers</a:t>
                      </a:r>
                      <a:br>
                        <a:rPr lang="en-US" sz="2000" b="0" u="none" strike="noStrike" cap="none">
                          <a:solidFill>
                            <a:schemeClr val="lt1"/>
                          </a:solidFill>
                          <a:latin typeface="Arial"/>
                          <a:ea typeface="Arial"/>
                          <a:cs typeface="Arial"/>
                          <a:sym typeface="Arial"/>
                        </a:rPr>
                      </a:br>
                      <a:r>
                        <a:rPr lang="en-US" sz="2000" b="0" u="none" strike="noStrike" cap="none">
                          <a:solidFill>
                            <a:srgbClr val="D9D9D9"/>
                          </a:solidFill>
                          <a:latin typeface="Arial"/>
                          <a:ea typeface="Arial"/>
                          <a:cs typeface="Arial"/>
                          <a:sym typeface="Arial"/>
                        </a:rPr>
                        <a:t>Included in this template are commonly used section headers such as Abstract, Objectives, Methods, Results, etc. </a:t>
                      </a:r>
                      <a:br>
                        <a:rPr lang="en-US" sz="2000" b="0" u="none" strike="noStrike" cap="none">
                          <a:solidFill>
                            <a:schemeClr val="lt1"/>
                          </a:solidFill>
                          <a:latin typeface="Arial"/>
                          <a:ea typeface="Arial"/>
                          <a:cs typeface="Arial"/>
                          <a:sym typeface="Arial"/>
                        </a:rPr>
                      </a:br>
                      <a:r>
                        <a:rPr lang="en-US" sz="2000" b="0" u="none" strike="noStrike" cap="none">
                          <a:solidFill>
                            <a:srgbClr val="FFC000"/>
                          </a:solidFill>
                          <a:latin typeface="Arial"/>
                          <a:ea typeface="Arial"/>
                          <a:cs typeface="Arial"/>
                          <a:sym typeface="Arial"/>
                        </a:rPr>
                        <a:t>-</a:t>
                      </a:r>
                      <a:r>
                        <a:rPr lang="en-US" sz="2000" b="0" u="none" strike="noStrike" cap="none">
                          <a:solidFill>
                            <a:schemeClr val="lt1"/>
                          </a:solidFill>
                          <a:latin typeface="Arial"/>
                          <a:ea typeface="Arial"/>
                          <a:cs typeface="Arial"/>
                          <a:sym typeface="Arial"/>
                        </a:rPr>
                        <a:t> </a:t>
                      </a:r>
                      <a:r>
                        <a:rPr lang="en-US" sz="2000" b="0" u="none" strike="noStrike" cap="none">
                          <a:solidFill>
                            <a:srgbClr val="D9D9D9"/>
                          </a:solidFill>
                          <a:latin typeface="Arial"/>
                          <a:ea typeface="Arial"/>
                          <a:cs typeface="Arial"/>
                          <a:sym typeface="Arial"/>
                        </a:rPr>
                        <a:t>Click inside a section header to add its text. </a:t>
                      </a:r>
                      <a:br>
                        <a:rPr lang="en-US" sz="2000" b="0" u="none" strike="noStrike" cap="none">
                          <a:solidFill>
                            <a:schemeClr val="lt1"/>
                          </a:solidFill>
                          <a:latin typeface="Arial"/>
                          <a:ea typeface="Arial"/>
                          <a:cs typeface="Arial"/>
                          <a:sym typeface="Arial"/>
                        </a:rPr>
                      </a:br>
                      <a:r>
                        <a:rPr lang="en-US" sz="2000" b="0" u="none" strike="noStrike" cap="none">
                          <a:solidFill>
                            <a:srgbClr val="FFC000"/>
                          </a:solidFill>
                          <a:latin typeface="Arial"/>
                          <a:ea typeface="Arial"/>
                          <a:cs typeface="Arial"/>
                          <a:sym typeface="Arial"/>
                        </a:rPr>
                        <a:t>-</a:t>
                      </a:r>
                      <a:r>
                        <a:rPr lang="en-US" sz="2000" b="0" u="none" strike="noStrike" cap="none">
                          <a:solidFill>
                            <a:schemeClr val="lt1"/>
                          </a:solidFill>
                          <a:latin typeface="Arial"/>
                          <a:ea typeface="Arial"/>
                          <a:cs typeface="Arial"/>
                          <a:sym typeface="Arial"/>
                        </a:rPr>
                        <a:t> </a:t>
                      </a:r>
                      <a:r>
                        <a:rPr lang="en-US" sz="2000" b="0" u="none" strike="noStrike" cap="none">
                          <a:solidFill>
                            <a:srgbClr val="D9D9D9"/>
                          </a:solidFill>
                          <a:latin typeface="Arial"/>
                          <a:ea typeface="Arial"/>
                          <a:cs typeface="Arial"/>
                          <a:sym typeface="Arial"/>
                        </a:rPr>
                        <a:t>To add another header, click on edge of the section box so that it is outlined. Copy and paste it. </a:t>
                      </a:r>
                      <a:br>
                        <a:rPr lang="en-US" sz="2000" b="0" u="none" strike="noStrike" cap="none">
                          <a:solidFill>
                            <a:schemeClr val="lt1"/>
                          </a:solidFill>
                          <a:latin typeface="Arial"/>
                          <a:ea typeface="Arial"/>
                          <a:cs typeface="Arial"/>
                          <a:sym typeface="Arial"/>
                        </a:rPr>
                      </a:br>
                      <a:r>
                        <a:rPr lang="en-US" sz="2000" b="0" u="none" strike="noStrike" cap="none">
                          <a:solidFill>
                            <a:srgbClr val="FFC000"/>
                          </a:solidFill>
                          <a:latin typeface="Arial"/>
                          <a:ea typeface="Arial"/>
                          <a:cs typeface="Arial"/>
                          <a:sym typeface="Arial"/>
                        </a:rPr>
                        <a:t>-</a:t>
                      </a:r>
                      <a:r>
                        <a:rPr lang="en-US" sz="2000" b="0" u="none" strike="noStrike" cap="none">
                          <a:solidFill>
                            <a:schemeClr val="lt1"/>
                          </a:solidFill>
                          <a:latin typeface="Arial"/>
                          <a:ea typeface="Arial"/>
                          <a:cs typeface="Arial"/>
                          <a:sym typeface="Arial"/>
                        </a:rPr>
                        <a:t> </a:t>
                      </a:r>
                      <a:r>
                        <a:rPr lang="en-US" sz="2000" b="0" u="none" strike="noStrike" cap="none">
                          <a:solidFill>
                            <a:srgbClr val="D9D9D9"/>
                          </a:solidFill>
                          <a:latin typeface="Arial"/>
                          <a:ea typeface="Arial"/>
                          <a:cs typeface="Arial"/>
                          <a:sym typeface="Arial"/>
                        </a:rPr>
                        <a:t>To increase its size, click on the white circles and expand to the the desired size.</a:t>
                      </a:r>
                      <a:endParaRPr/>
                    </a:p>
                  </a:txBody>
                  <a:tcPr marL="182875" marR="91450" marT="137150" marB="45725">
                    <a:solidFill>
                      <a:srgbClr val="010101"/>
                    </a:solidFill>
                  </a:tcPr>
                </a:tc>
                <a:extLst>
                  <a:ext uri="{0D108BD9-81ED-4DB2-BD59-A6C34878D82A}">
                    <a16:rowId xmlns:a16="http://schemas.microsoft.com/office/drawing/2014/main" val="10005"/>
                  </a:ext>
                </a:extLst>
              </a:tr>
              <a:tr h="3519125">
                <a:tc gridSpan="2">
                  <a:txBody>
                    <a:bodyPr/>
                    <a:lstStyle/>
                    <a:p>
                      <a:pPr marL="0" marR="0" lvl="0" indent="0" algn="l" rtl="0">
                        <a:spcBef>
                          <a:spcPts val="0"/>
                        </a:spcBef>
                        <a:spcAft>
                          <a:spcPts val="0"/>
                        </a:spcAft>
                        <a:buNone/>
                      </a:pPr>
                      <a:r>
                        <a:rPr lang="en-US" sz="2400" b="1">
                          <a:solidFill>
                            <a:srgbClr val="FFC000"/>
                          </a:solidFill>
                          <a:latin typeface="Arial"/>
                          <a:ea typeface="Arial"/>
                          <a:cs typeface="Arial"/>
                          <a:sym typeface="Arial"/>
                        </a:rPr>
                        <a:t>Adding content to the poster</a:t>
                      </a:r>
                      <a:endParaRPr/>
                    </a:p>
                    <a:p>
                      <a:pPr marL="0" marR="0" lvl="0" indent="0" algn="l" rtl="0">
                        <a:spcBef>
                          <a:spcPts val="0"/>
                        </a:spcBef>
                        <a:spcAft>
                          <a:spcPts val="0"/>
                        </a:spcAft>
                        <a:buNone/>
                      </a:pPr>
                      <a:r>
                        <a:rPr lang="en-US" sz="2000">
                          <a:solidFill>
                            <a:srgbClr val="D9D9D9"/>
                          </a:solidFill>
                          <a:latin typeface="Arial"/>
                          <a:ea typeface="Arial"/>
                          <a:cs typeface="Arial"/>
                          <a:sym typeface="Arial"/>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endParaRPr/>
                    </a:p>
                    <a:p>
                      <a:pPr marL="342900" marR="0" lvl="0" indent="-342900" algn="l" rtl="0">
                        <a:spcBef>
                          <a:spcPts val="0"/>
                        </a:spcBef>
                        <a:spcAft>
                          <a:spcPts val="0"/>
                        </a:spcAft>
                        <a:buClr>
                          <a:srgbClr val="D9D9D9"/>
                        </a:buClr>
                        <a:buSzPts val="2000"/>
                        <a:buFont typeface="Arial"/>
                        <a:buChar char="-"/>
                      </a:pPr>
                      <a:r>
                        <a:rPr lang="en-US" sz="2000">
                          <a:solidFill>
                            <a:srgbClr val="D9D9D9"/>
                          </a:solidFill>
                          <a:latin typeface="Arial"/>
                          <a:ea typeface="Arial"/>
                          <a:cs typeface="Arial"/>
                          <a:sym typeface="Arial"/>
                        </a:rPr>
                        <a:t>If you run out of room, try to reduce the size of your fonts and/or the size of your graphics. If there is a lot of empty space try to increase your font sizes and the size of your graphics. The font used for references can be smaller.</a:t>
                      </a:r>
                      <a:endParaRPr sz="2000">
                        <a:solidFill>
                          <a:srgbClr val="D9D9D9"/>
                        </a:solidFill>
                        <a:latin typeface="Arial"/>
                        <a:ea typeface="Arial"/>
                        <a:cs typeface="Arial"/>
                        <a:sym typeface="Arial"/>
                      </a:endParaRPr>
                    </a:p>
                  </a:txBody>
                  <a:tcPr marL="91450" marR="91450" marT="45725" marB="45725">
                    <a:solidFill>
                      <a:srgbClr val="010101"/>
                    </a:solidFill>
                  </a:tcPr>
                </a:tc>
                <a:tc hMerge="1">
                  <a:txBody>
                    <a:bodyPr/>
                    <a:lstStyle/>
                    <a:p>
                      <a:endParaRPr lang="en-US"/>
                    </a:p>
                  </a:txBody>
                  <a:tcPr/>
                </a:tc>
                <a:extLst>
                  <a:ext uri="{0D108BD9-81ED-4DB2-BD59-A6C34878D82A}">
                    <a16:rowId xmlns:a16="http://schemas.microsoft.com/office/drawing/2014/main" val="10006"/>
                  </a:ext>
                </a:extLst>
              </a:tr>
              <a:tr h="2377650">
                <a:tc gridSpan="2">
                  <a:txBody>
                    <a:bodyPr/>
                    <a:lstStyle/>
                    <a:p>
                      <a:pPr marL="0" marR="0" lvl="0" indent="0" algn="l" rtl="0">
                        <a:lnSpc>
                          <a:spcPct val="100000"/>
                        </a:lnSpc>
                        <a:spcBef>
                          <a:spcPts val="0"/>
                        </a:spcBef>
                        <a:spcAft>
                          <a:spcPts val="0"/>
                        </a:spcAft>
                        <a:buClr>
                          <a:srgbClr val="FFC000"/>
                        </a:buClr>
                        <a:buSzPts val="2400"/>
                        <a:buFont typeface="Arial"/>
                        <a:buNone/>
                      </a:pPr>
                      <a:r>
                        <a:rPr lang="en-US" sz="2400" b="1">
                          <a:solidFill>
                            <a:srgbClr val="FFC000"/>
                          </a:solidFill>
                          <a:latin typeface="Arial"/>
                          <a:ea typeface="Arial"/>
                          <a:cs typeface="Arial"/>
                          <a:sym typeface="Arial"/>
                        </a:rPr>
                        <a:t>Photos</a:t>
                      </a:r>
                      <a:endParaRPr/>
                    </a:p>
                    <a:p>
                      <a:pPr marL="0" marR="0" lvl="0" indent="0" algn="l" rtl="0">
                        <a:lnSpc>
                          <a:spcPct val="100000"/>
                        </a:lnSpc>
                        <a:spcBef>
                          <a:spcPts val="0"/>
                        </a:spcBef>
                        <a:spcAft>
                          <a:spcPts val="0"/>
                        </a:spcAft>
                        <a:buClr>
                          <a:srgbClr val="D9D9D9"/>
                        </a:buClr>
                        <a:buSzPts val="2000"/>
                        <a:buFont typeface="Arial"/>
                        <a:buNone/>
                      </a:pPr>
                      <a:r>
                        <a:rPr lang="en-US" sz="2000" b="0" i="0" u="none" strike="noStrike" cap="none">
                          <a:solidFill>
                            <a:srgbClr val="D9D9D9"/>
                          </a:solidFill>
                          <a:latin typeface="Arial"/>
                          <a:ea typeface="Arial"/>
                          <a:cs typeface="Arial"/>
                          <a:sym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endParaRPr/>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7"/>
                  </a:ext>
                </a:extLst>
              </a:tr>
              <a:tr h="2293175">
                <a:tc gridSpan="2">
                  <a:txBody>
                    <a:bodyPr/>
                    <a:lstStyle/>
                    <a:p>
                      <a:pPr marL="0" marR="0" lvl="0" indent="0" algn="l" rtl="0">
                        <a:spcBef>
                          <a:spcPts val="0"/>
                        </a:spcBef>
                        <a:spcAft>
                          <a:spcPts val="0"/>
                        </a:spcAft>
                        <a:buNone/>
                      </a:pPr>
                      <a:endParaRPr sz="2000">
                        <a:solidFill>
                          <a:schemeClr val="lt1"/>
                        </a:solidFill>
                        <a:latin typeface="Arial"/>
                        <a:ea typeface="Arial"/>
                        <a:cs typeface="Arial"/>
                        <a:sym typeface="Arial"/>
                      </a:endParaRPr>
                    </a:p>
                  </a:txBody>
                  <a:tcPr marL="182875" marR="91450" marT="137150" marB="45725"/>
                </a:tc>
                <a:tc hMerge="1">
                  <a:txBody>
                    <a:bodyPr/>
                    <a:lstStyle/>
                    <a:p>
                      <a:endParaRPr lang="en-US"/>
                    </a:p>
                  </a:txBody>
                  <a:tcPr/>
                </a:tc>
                <a:extLst>
                  <a:ext uri="{0D108BD9-81ED-4DB2-BD59-A6C34878D82A}">
                    <a16:rowId xmlns:a16="http://schemas.microsoft.com/office/drawing/2014/main" val="10008"/>
                  </a:ext>
                </a:extLst>
              </a:tr>
              <a:tr h="1280275">
                <a:tc gridSpan="2">
                  <a:txBody>
                    <a:bodyPr/>
                    <a:lstStyle/>
                    <a:p>
                      <a:pPr marL="0" marR="0" lvl="0" indent="0" algn="l" rtl="0">
                        <a:lnSpc>
                          <a:spcPct val="100000"/>
                        </a:lnSpc>
                        <a:spcBef>
                          <a:spcPts val="0"/>
                        </a:spcBef>
                        <a:spcAft>
                          <a:spcPts val="0"/>
                        </a:spcAft>
                        <a:buClr>
                          <a:srgbClr val="FFC000"/>
                        </a:buClr>
                        <a:buSzPts val="2400"/>
                        <a:buFont typeface="Arial"/>
                        <a:buNone/>
                      </a:pPr>
                      <a:r>
                        <a:rPr lang="en-US" sz="2400" b="1">
                          <a:solidFill>
                            <a:srgbClr val="FFC000"/>
                          </a:solidFill>
                          <a:latin typeface="Arial"/>
                          <a:ea typeface="Arial"/>
                          <a:cs typeface="Arial"/>
                          <a:sym typeface="Arial"/>
                        </a:rPr>
                        <a:t>Quality check your graphics</a:t>
                      </a:r>
                      <a:endParaRPr/>
                    </a:p>
                    <a:p>
                      <a:pPr marL="0" marR="0" lvl="0" indent="0" algn="l" rtl="0">
                        <a:lnSpc>
                          <a:spcPct val="100000"/>
                        </a:lnSpc>
                        <a:spcBef>
                          <a:spcPts val="0"/>
                        </a:spcBef>
                        <a:spcAft>
                          <a:spcPts val="0"/>
                        </a:spcAft>
                        <a:buClr>
                          <a:srgbClr val="D9D9D9"/>
                        </a:buClr>
                        <a:buSzPts val="2000"/>
                        <a:buFont typeface="Arial"/>
                        <a:buNone/>
                      </a:pPr>
                      <a:r>
                        <a:rPr lang="en-US" sz="2000">
                          <a:solidFill>
                            <a:srgbClr val="D9D9D9"/>
                          </a:solidFill>
                          <a:latin typeface="Arial"/>
                          <a:ea typeface="Arial"/>
                          <a:cs typeface="Arial"/>
                          <a:sym typeface="Arial"/>
                        </a:rPr>
                        <a:t>Zoom in and look at your images at 100%-200% magnification. If they look clear, they will print well. </a:t>
                      </a:r>
                      <a:endParaRPr/>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9"/>
                  </a:ext>
                </a:extLst>
              </a:tr>
              <a:tr h="3187275">
                <a:tc gridSpan="2">
                  <a:txBody>
                    <a:bodyPr/>
                    <a:lstStyle/>
                    <a:p>
                      <a:pPr marL="0" marR="0" lvl="0" indent="0" algn="l" rtl="0">
                        <a:lnSpc>
                          <a:spcPct val="100000"/>
                        </a:lnSpc>
                        <a:spcBef>
                          <a:spcPts val="0"/>
                        </a:spcBef>
                        <a:spcAft>
                          <a:spcPts val="0"/>
                        </a:spcAft>
                        <a:buClr>
                          <a:schemeClr val="dk1"/>
                        </a:buClr>
                        <a:buSzPts val="2000"/>
                        <a:buFont typeface="Calibri"/>
                        <a:buNone/>
                      </a:pPr>
                      <a:endParaRPr sz="2000">
                        <a:solidFill>
                          <a:schemeClr val="lt1"/>
                        </a:solidFill>
                        <a:latin typeface="Arial"/>
                        <a:ea typeface="Arial"/>
                        <a:cs typeface="Arial"/>
                        <a:sym typeface="Arial"/>
                      </a:endParaRPr>
                    </a:p>
                  </a:txBody>
                  <a:tcPr marL="182875" marR="91450" marT="137150" marB="45725"/>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91" name="Google Shape;91;p8"/>
          <p:cNvGrpSpPr/>
          <p:nvPr/>
        </p:nvGrpSpPr>
        <p:grpSpPr>
          <a:xfrm>
            <a:off x="-122803" y="-102882"/>
            <a:ext cx="44106584" cy="33075071"/>
            <a:chOff x="-122803" y="-102882"/>
            <a:chExt cx="44106584" cy="33075071"/>
          </a:xfrm>
        </p:grpSpPr>
        <p:sp>
          <p:nvSpPr>
            <p:cNvPr id="92" name="Google Shape;92;p8"/>
            <p:cNvSpPr/>
            <p:nvPr/>
          </p:nvSpPr>
          <p:spPr>
            <a:xfrm>
              <a:off x="-51142" y="-84749"/>
              <a:ext cx="44034923" cy="33056938"/>
            </a:xfrm>
            <a:custGeom>
              <a:avLst/>
              <a:gdLst/>
              <a:ahLst/>
              <a:cxnLst/>
              <a:rect l="l" t="t" r="r" b="b"/>
              <a:pathLst>
                <a:path w="44005500" h="32956500" extrusionOk="0">
                  <a:moveTo>
                    <a:pt x="0" y="0"/>
                  </a:moveTo>
                  <a:lnTo>
                    <a:pt x="44005500" y="32956500"/>
                  </a:lnTo>
                  <a:lnTo>
                    <a:pt x="38100" y="32918400"/>
                  </a:lnTo>
                  <a:lnTo>
                    <a:pt x="0" y="0"/>
                  </a:lnTo>
                  <a:close/>
                </a:path>
              </a:pathLst>
            </a:custGeom>
            <a:gradFill>
              <a:gsLst>
                <a:gs pos="0">
                  <a:srgbClr val="E3E8DD"/>
                </a:gs>
                <a:gs pos="13000">
                  <a:srgbClr val="E3E8DD"/>
                </a:gs>
                <a:gs pos="79000">
                  <a:srgbClr val="DAE0D2"/>
                </a:gs>
                <a:gs pos="100000">
                  <a:srgbClr val="DAE0D2"/>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alibri"/>
                <a:ea typeface="Calibri"/>
                <a:cs typeface="Calibri"/>
                <a:sym typeface="Calibri"/>
              </a:endParaRPr>
            </a:p>
          </p:txBody>
        </p:sp>
        <p:sp>
          <p:nvSpPr>
            <p:cNvPr id="93" name="Google Shape;93;p8"/>
            <p:cNvSpPr/>
            <p:nvPr/>
          </p:nvSpPr>
          <p:spPr>
            <a:xfrm rot="10800000">
              <a:off x="-51143" y="-84749"/>
              <a:ext cx="44034921" cy="33039928"/>
            </a:xfrm>
            <a:custGeom>
              <a:avLst/>
              <a:gdLst/>
              <a:ahLst/>
              <a:cxnLst/>
              <a:rect l="l" t="t" r="r" b="b"/>
              <a:pathLst>
                <a:path w="44005500" h="32956500" extrusionOk="0">
                  <a:moveTo>
                    <a:pt x="0" y="0"/>
                  </a:moveTo>
                  <a:lnTo>
                    <a:pt x="44005500" y="32956500"/>
                  </a:lnTo>
                  <a:lnTo>
                    <a:pt x="38100" y="32918400"/>
                  </a:lnTo>
                  <a:lnTo>
                    <a:pt x="0" y="0"/>
                  </a:lnTo>
                  <a:close/>
                </a:path>
              </a:pathLst>
            </a:custGeom>
            <a:gradFill>
              <a:gsLst>
                <a:gs pos="0">
                  <a:schemeClr val="lt2"/>
                </a:gs>
                <a:gs pos="41000">
                  <a:schemeClr val="lt2"/>
                </a:gs>
                <a:gs pos="100000">
                  <a:srgbClr val="E3E8DD"/>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alibri"/>
                <a:ea typeface="Calibri"/>
                <a:cs typeface="Calibri"/>
                <a:sym typeface="Calibri"/>
              </a:endParaRPr>
            </a:p>
          </p:txBody>
        </p:sp>
        <p:sp>
          <p:nvSpPr>
            <p:cNvPr id="94" name="Google Shape;94;p8"/>
            <p:cNvSpPr/>
            <p:nvPr/>
          </p:nvSpPr>
          <p:spPr>
            <a:xfrm>
              <a:off x="-122803" y="-102882"/>
              <a:ext cx="44106584" cy="33075071"/>
            </a:xfrm>
            <a:custGeom>
              <a:avLst/>
              <a:gdLst/>
              <a:ahLst/>
              <a:cxnLst/>
              <a:rect l="l" t="t" r="r" b="b"/>
              <a:pathLst>
                <a:path w="39026592" h="30614112" extrusionOk="0">
                  <a:moveTo>
                    <a:pt x="36576" y="0"/>
                  </a:moveTo>
                  <a:lnTo>
                    <a:pt x="15837408" y="30614112"/>
                  </a:lnTo>
                  <a:lnTo>
                    <a:pt x="39026592" y="13350240"/>
                  </a:lnTo>
                  <a:lnTo>
                    <a:pt x="0" y="73152"/>
                  </a:lnTo>
                  <a:lnTo>
                    <a:pt x="109728" y="146304"/>
                  </a:lnTo>
                </a:path>
              </a:pathLst>
            </a:custGeom>
            <a:gradFill>
              <a:gsLst>
                <a:gs pos="0">
                  <a:schemeClr val="lt1"/>
                </a:gs>
                <a:gs pos="76000">
                  <a:srgbClr val="E3E8DD">
                    <a:alpha val="0"/>
                  </a:srgbClr>
                </a:gs>
                <a:gs pos="100000">
                  <a:srgbClr val="E3E8DD">
                    <a:alpha val="0"/>
                  </a:srgbClr>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600">
                <a:solidFill>
                  <a:schemeClr val="lt1"/>
                </a:solidFill>
                <a:latin typeface="Calibri"/>
                <a:ea typeface="Calibri"/>
                <a:cs typeface="Calibri"/>
                <a:sym typeface="Calibri"/>
              </a:endParaRPr>
            </a:p>
          </p:txBody>
        </p:sp>
        <p:sp>
          <p:nvSpPr>
            <p:cNvPr id="95" name="Google Shape;95;p8"/>
            <p:cNvSpPr txBox="1"/>
            <p:nvPr/>
          </p:nvSpPr>
          <p:spPr>
            <a:xfrm>
              <a:off x="1603881" y="32173892"/>
              <a:ext cx="2514600" cy="361442"/>
            </a:xfrm>
            <a:prstGeom prst="rect">
              <a:avLst/>
            </a:prstGeom>
            <a:noFill/>
            <a:ln>
              <a:noFill/>
            </a:ln>
          </p:spPr>
          <p:txBody>
            <a:bodyPr spcFirstLastPara="1" wrap="square" lIns="91250" tIns="45600" rIns="91250" bIns="45600" anchor="t" anchorCtr="0">
              <a:spAutoFit/>
            </a:bodyPr>
            <a:lstStyle/>
            <a:p>
              <a:pPr marL="0" marR="0" lvl="0" indent="0" algn="l" rtl="0">
                <a:lnSpc>
                  <a:spcPct val="65000"/>
                </a:lnSpc>
                <a:spcBef>
                  <a:spcPts val="0"/>
                </a:spcBef>
                <a:spcAft>
                  <a:spcPts val="0"/>
                </a:spcAft>
                <a:buNone/>
              </a:pPr>
              <a:r>
                <a:rPr lang="en-US" sz="700" b="1">
                  <a:solidFill>
                    <a:srgbClr val="BFBFBF"/>
                  </a:solidFill>
                  <a:latin typeface="Arial"/>
                  <a:ea typeface="Arial"/>
                  <a:cs typeface="Arial"/>
                  <a:sym typeface="Arial"/>
                </a:rPr>
                <a:t>RESEARCH POSTER PRESENTATION DESIGN © 2019</a:t>
              </a:r>
              <a:endParaRPr/>
            </a:p>
            <a:p>
              <a:pPr marL="0" marR="0" lvl="0" indent="0" algn="l" rtl="0">
                <a:lnSpc>
                  <a:spcPct val="65000"/>
                </a:lnSpc>
                <a:spcBef>
                  <a:spcPts val="550"/>
                </a:spcBef>
                <a:spcAft>
                  <a:spcPts val="0"/>
                </a:spcAft>
                <a:buNone/>
              </a:pPr>
              <a:r>
                <a:rPr lang="en-US" sz="1100" b="1">
                  <a:solidFill>
                    <a:srgbClr val="BFBFBF"/>
                  </a:solidFill>
                  <a:latin typeface="Arial"/>
                  <a:ea typeface="Arial"/>
                  <a:cs typeface="Arial"/>
                  <a:sym typeface="Arial"/>
                </a:rPr>
                <a:t>www.PosterPresentations.com</a:t>
              </a:r>
              <a:endParaRPr/>
            </a:p>
          </p:txBody>
        </p:sp>
      </p:grpSp>
      <p:graphicFrame>
        <p:nvGraphicFramePr>
          <p:cNvPr id="96" name="Google Shape;96;p8"/>
          <p:cNvGraphicFramePr/>
          <p:nvPr/>
        </p:nvGraphicFramePr>
        <p:xfrm>
          <a:off x="44695229" y="-84749"/>
          <a:ext cx="3000000" cy="3000000"/>
        </p:xfrm>
        <a:graphic>
          <a:graphicData uri="http://schemas.openxmlformats.org/drawingml/2006/table">
            <a:tbl>
              <a:tblPr firstRow="1" bandRow="1">
                <a:noFill/>
                <a:tableStyleId>{31ADC03B-971A-4465-824B-B061728AB08D}</a:tableStyleId>
              </a:tblPr>
              <a:tblGrid>
                <a:gridCol w="3343825">
                  <a:extLst>
                    <a:ext uri="{9D8B030D-6E8A-4147-A177-3AD203B41FA5}">
                      <a16:colId xmlns:a16="http://schemas.microsoft.com/office/drawing/2014/main" val="20000"/>
                    </a:ext>
                  </a:extLst>
                </a:gridCol>
                <a:gridCol w="1381550">
                  <a:extLst>
                    <a:ext uri="{9D8B030D-6E8A-4147-A177-3AD203B41FA5}">
                      <a16:colId xmlns:a16="http://schemas.microsoft.com/office/drawing/2014/main" val="20001"/>
                    </a:ext>
                  </a:extLst>
                </a:gridCol>
                <a:gridCol w="4704800">
                  <a:extLst>
                    <a:ext uri="{9D8B030D-6E8A-4147-A177-3AD203B41FA5}">
                      <a16:colId xmlns:a16="http://schemas.microsoft.com/office/drawing/2014/main" val="20002"/>
                    </a:ext>
                  </a:extLst>
                </a:gridCol>
              </a:tblGrid>
              <a:tr h="1756425">
                <a:tc gridSpan="3">
                  <a:txBody>
                    <a:bodyPr/>
                    <a:lstStyle/>
                    <a:p>
                      <a:pPr marL="0" marR="0" lvl="0" indent="0" algn="ctr" rtl="0">
                        <a:lnSpc>
                          <a:spcPct val="100000"/>
                        </a:lnSpc>
                        <a:spcBef>
                          <a:spcPts val="0"/>
                        </a:spcBef>
                        <a:spcAft>
                          <a:spcPts val="0"/>
                        </a:spcAft>
                        <a:buClr>
                          <a:srgbClr val="1F3A4E"/>
                        </a:buClr>
                        <a:buSzPts val="4000"/>
                        <a:buFont typeface="Arial Black"/>
                        <a:buNone/>
                      </a:pPr>
                      <a:r>
                        <a:rPr lang="en-US" sz="4000" b="0">
                          <a:solidFill>
                            <a:srgbClr val="1F3A4E"/>
                          </a:solidFill>
                          <a:latin typeface="Arial Black"/>
                          <a:ea typeface="Arial Black"/>
                          <a:cs typeface="Arial Black"/>
                          <a:sym typeface="Arial Black"/>
                        </a:rPr>
                        <a:t>QUICK START GUIDE</a:t>
                      </a:r>
                      <a:br>
                        <a:rPr lang="en-US" sz="4000" b="0">
                          <a:solidFill>
                            <a:srgbClr val="1F3A4E"/>
                          </a:solidFill>
                          <a:latin typeface="Arial Black"/>
                          <a:ea typeface="Arial Black"/>
                          <a:cs typeface="Arial Black"/>
                          <a:sym typeface="Arial Black"/>
                        </a:rPr>
                      </a:br>
                      <a:r>
                        <a:rPr lang="en-US" sz="3200" b="1">
                          <a:solidFill>
                            <a:srgbClr val="FF0000"/>
                          </a:solidFill>
                          <a:latin typeface="Trebuchet MS"/>
                          <a:ea typeface="Trebuchet MS"/>
                          <a:cs typeface="Trebuchet MS"/>
                          <a:sym typeface="Trebuchet MS"/>
                        </a:rPr>
                        <a:t>(THIS SIDEBAR WILL NOT PRINT)</a:t>
                      </a:r>
                      <a:endParaRPr sz="4000" b="1">
                        <a:solidFill>
                          <a:schemeClr val="lt1"/>
                        </a:solidFill>
                        <a:latin typeface="Trebuchet MS"/>
                        <a:ea typeface="Trebuchet MS"/>
                        <a:cs typeface="Trebuchet MS"/>
                        <a:sym typeface="Trebuchet MS"/>
                      </a:endParaRPr>
                    </a:p>
                  </a:txBody>
                  <a:tcPr marL="182875" marR="91450" marT="137150" marB="45725">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0">
                <a:tc gridSpan="3">
                  <a:txBody>
                    <a:bodyPr/>
                    <a:lstStyle/>
                    <a:p>
                      <a:pPr marL="0" marR="0" lvl="0" indent="0" algn="l" rtl="0">
                        <a:spcBef>
                          <a:spcPts val="0"/>
                        </a:spcBef>
                        <a:spcAft>
                          <a:spcPts val="0"/>
                        </a:spcAft>
                        <a:buNone/>
                      </a:pPr>
                      <a:r>
                        <a:rPr lang="en-US" sz="2800" b="1">
                          <a:solidFill>
                            <a:srgbClr val="FFC000"/>
                          </a:solidFill>
                          <a:latin typeface="Arial"/>
                          <a:ea typeface="Arial"/>
                          <a:cs typeface="Arial"/>
                          <a:sym typeface="Arial"/>
                        </a:rPr>
                        <a:t>How to change the template colors</a:t>
                      </a:r>
                      <a:endParaRPr/>
                    </a:p>
                    <a:p>
                      <a:pPr marL="0" marR="0" lvl="0" indent="0" algn="l" rtl="0">
                        <a:spcBef>
                          <a:spcPts val="0"/>
                        </a:spcBef>
                        <a:spcAft>
                          <a:spcPts val="0"/>
                        </a:spcAft>
                        <a:buNone/>
                      </a:pPr>
                      <a:r>
                        <a:rPr lang="en-US" sz="2400" b="0">
                          <a:solidFill>
                            <a:srgbClr val="D9D9D9"/>
                          </a:solidFill>
                          <a:latin typeface="Arial"/>
                          <a:ea typeface="Arial"/>
                          <a:cs typeface="Arial"/>
                          <a:sym typeface="Arial"/>
                        </a:rPr>
                        <a:t>You can change the overall template color theme by clicking on the COLORS dropdown menu under the DESIGN tab. You can see a tutorial here: </a:t>
                      </a:r>
                      <a:r>
                        <a:rPr lang="en-US" sz="2400" u="sng">
                          <a:solidFill>
                            <a:srgbClr val="FFC000"/>
                          </a:solidFill>
                          <a:hlinkClick r:id="rId3">
                            <a:extLst>
                              <a:ext uri="{A12FA001-AC4F-418D-AE19-62706E023703}">
                                <ahyp:hlinkClr xmlns:ahyp="http://schemas.microsoft.com/office/drawing/2018/hyperlinkcolor" val="tx"/>
                              </a:ext>
                            </a:extLst>
                          </a:hlinkClick>
                        </a:rPr>
                        <a:t>https://www.posterpresentations.com/how-to-change-the-research-poster-template-colors.html</a:t>
                      </a:r>
                      <a:endParaRPr sz="2400">
                        <a:solidFill>
                          <a:srgbClr val="FFC000"/>
                        </a:solidFill>
                      </a:endParaRPr>
                    </a:p>
                    <a:p>
                      <a:pPr marL="0" marR="0" lvl="0" indent="0" algn="l" rtl="0">
                        <a:spcBef>
                          <a:spcPts val="0"/>
                        </a:spcBef>
                        <a:spcAft>
                          <a:spcPts val="0"/>
                        </a:spcAft>
                        <a:buNone/>
                      </a:pPr>
                      <a:endParaRPr sz="2400" b="0">
                        <a:solidFill>
                          <a:srgbClr val="D9D9D9"/>
                        </a:solidFill>
                        <a:latin typeface="Arial"/>
                        <a:ea typeface="Arial"/>
                        <a:cs typeface="Arial"/>
                        <a:sym typeface="Arial"/>
                      </a:endParaRPr>
                    </a:p>
                    <a:p>
                      <a:pPr marL="0" marR="0" lvl="0" indent="0" algn="l" rtl="0">
                        <a:spcBef>
                          <a:spcPts val="0"/>
                        </a:spcBef>
                        <a:spcAft>
                          <a:spcPts val="0"/>
                        </a:spcAft>
                        <a:buNone/>
                      </a:pPr>
                      <a:r>
                        <a:rPr lang="en-US" sz="2400" b="0">
                          <a:solidFill>
                            <a:srgbClr val="D9D9D9"/>
                          </a:solidFill>
                          <a:latin typeface="Arial"/>
                          <a:ea typeface="Arial"/>
                          <a:cs typeface="Arial"/>
                          <a:sym typeface="Arial"/>
                        </a:rPr>
                        <a:t>You can also manually change the color of individual elements by going to VIEW &gt; SLIDE MASTER. On the left side of your screen select the background master where you can change the template background, column sizes, etc. </a:t>
                      </a:r>
                      <a:endParaRPr/>
                    </a:p>
                    <a:p>
                      <a:pPr marL="0" marR="0" lvl="0" indent="0" algn="l" rtl="0">
                        <a:spcBef>
                          <a:spcPts val="0"/>
                        </a:spcBef>
                        <a:spcAft>
                          <a:spcPts val="0"/>
                        </a:spcAft>
                        <a:buNone/>
                      </a:pPr>
                      <a:endParaRPr sz="2400" b="0">
                        <a:solidFill>
                          <a:srgbClr val="D9D9D9"/>
                        </a:solidFill>
                        <a:latin typeface="Arial"/>
                        <a:ea typeface="Arial"/>
                        <a:cs typeface="Arial"/>
                        <a:sym typeface="Arial"/>
                      </a:endParaRPr>
                    </a:p>
                    <a:p>
                      <a:pPr marL="0" marR="0" lvl="0" indent="0" algn="l" rtl="0">
                        <a:spcBef>
                          <a:spcPts val="0"/>
                        </a:spcBef>
                        <a:spcAft>
                          <a:spcPts val="0"/>
                        </a:spcAft>
                        <a:buNone/>
                      </a:pPr>
                      <a:r>
                        <a:rPr lang="en-US" sz="2400" b="0">
                          <a:solidFill>
                            <a:srgbClr val="D9D9D9"/>
                          </a:solidFill>
                          <a:latin typeface="Arial"/>
                          <a:ea typeface="Arial"/>
                          <a:cs typeface="Arial"/>
                          <a:sym typeface="Arial"/>
                        </a:rPr>
                        <a:t>After you finish working on the SLIDE MASTER, it is important that you go to VIEW &gt; NORMAL to continue working on your poster. </a:t>
                      </a:r>
                      <a:endParaRPr/>
                    </a:p>
                  </a:txBody>
                  <a:tcPr marL="182875" marR="91450" marT="137150" marB="45725">
                    <a:solidFill>
                      <a:schemeClr val="dk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667725">
                <a:tc gridSpan="3">
                  <a:txBody>
                    <a:bodyPr/>
                    <a:lstStyle/>
                    <a:p>
                      <a:pPr marL="0" marR="0" lvl="0" indent="0" algn="l" rtl="0">
                        <a:spcBef>
                          <a:spcPts val="0"/>
                        </a:spcBef>
                        <a:spcAft>
                          <a:spcPts val="0"/>
                        </a:spcAft>
                        <a:buNone/>
                      </a:pPr>
                      <a:r>
                        <a:rPr lang="en-US" sz="2800" b="1">
                          <a:solidFill>
                            <a:srgbClr val="FFC000"/>
                          </a:solidFill>
                          <a:latin typeface="Arial"/>
                          <a:ea typeface="Arial"/>
                          <a:cs typeface="Arial"/>
                          <a:sym typeface="Arial"/>
                        </a:rPr>
                        <a:t>How to change the column layout configuration</a:t>
                      </a:r>
                      <a:endParaRPr/>
                    </a:p>
                    <a:p>
                      <a:pPr marL="0" marR="0" lvl="0" indent="0" algn="l" rtl="0">
                        <a:spcBef>
                          <a:spcPts val="0"/>
                        </a:spcBef>
                        <a:spcAft>
                          <a:spcPts val="0"/>
                        </a:spcAft>
                        <a:buNone/>
                      </a:pPr>
                      <a:r>
                        <a:rPr lang="en-US" sz="2400">
                          <a:solidFill>
                            <a:srgbClr val="D9D9D9"/>
                          </a:solidFill>
                          <a:latin typeface="Arial"/>
                          <a:ea typeface="Arial"/>
                          <a:cs typeface="Arial"/>
                          <a:sym typeface="Arial"/>
                        </a:rPr>
                        <a:t>You can manually change the configuration on the columns by going to VIEW &gt; SLIDE MASTER. You can delete columns, resize them or modify them as needed for your layout. </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You can see a tutorial here: </a:t>
                      </a:r>
                      <a:r>
                        <a:rPr lang="en-US" sz="2400" u="sng">
                          <a:solidFill>
                            <a:srgbClr val="FFC000"/>
                          </a:solidFill>
                          <a:latin typeface="Arial"/>
                          <a:ea typeface="Arial"/>
                          <a:cs typeface="Arial"/>
                          <a:sym typeface="Arial"/>
                        </a:rPr>
                        <a:t>https://www.posterpresentations.com/how-to-change-the-column-configuration.html</a:t>
                      </a:r>
                      <a:endParaRPr sz="8600" u="sng">
                        <a:solidFill>
                          <a:srgbClr val="FFC000"/>
                        </a:solidFill>
                      </a:endParaRPr>
                    </a:p>
                  </a:txBody>
                  <a:tcPr marL="182875" marR="91450" marT="137150" marB="45725">
                    <a:solidFill>
                      <a:schemeClr val="dk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5177075">
                <a:tc gridSpan="2">
                  <a:txBody>
                    <a:bodyPr/>
                    <a:lstStyle/>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txBody>
                  <a:tcPr marL="182875" marR="91450" marT="137150" marB="45725"/>
                </a:tc>
                <a:tc hMerge="1">
                  <a:txBody>
                    <a:bodyPr/>
                    <a:lstStyle/>
                    <a:p>
                      <a:endParaRPr lang="en-US"/>
                    </a:p>
                  </a:txBody>
                  <a:tcPr/>
                </a:tc>
                <a:tc rowSpan="2">
                  <a:txBody>
                    <a:bodyPr/>
                    <a:lstStyle/>
                    <a:p>
                      <a:pPr marL="0" marR="0" lvl="0" indent="0" algn="l" rtl="0">
                        <a:lnSpc>
                          <a:spcPct val="100000"/>
                        </a:lnSpc>
                        <a:spcBef>
                          <a:spcPts val="0"/>
                        </a:spcBef>
                        <a:spcAft>
                          <a:spcPts val="0"/>
                        </a:spcAft>
                        <a:buClr>
                          <a:srgbClr val="FFC000"/>
                        </a:buClr>
                        <a:buSzPts val="2800"/>
                        <a:buFont typeface="Arial"/>
                        <a:buNone/>
                      </a:pPr>
                      <a:r>
                        <a:rPr lang="en-US" sz="2800" b="1">
                          <a:solidFill>
                            <a:srgbClr val="FFC000"/>
                          </a:solidFill>
                          <a:latin typeface="Arial"/>
                          <a:ea typeface="Arial"/>
                          <a:cs typeface="Arial"/>
                          <a:sym typeface="Arial"/>
                        </a:rPr>
                        <a:t>How to hide the QUICK START GUIDE bars from the sides of the template</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The Quick Start Guides </a:t>
                      </a:r>
                      <a:r>
                        <a:rPr lang="en-US" sz="2400" u="sng">
                          <a:solidFill>
                            <a:srgbClr val="D9D9D9"/>
                          </a:solidFill>
                          <a:latin typeface="Arial"/>
                          <a:ea typeface="Arial"/>
                          <a:cs typeface="Arial"/>
                          <a:sym typeface="Arial"/>
                        </a:rPr>
                        <a:t>are outside the template’s printable area</a:t>
                      </a:r>
                      <a:r>
                        <a:rPr lang="en-US" sz="2400">
                          <a:solidFill>
                            <a:srgbClr val="D9D9D9"/>
                          </a:solidFill>
                          <a:latin typeface="Arial"/>
                          <a:ea typeface="Arial"/>
                          <a:cs typeface="Arial"/>
                          <a:sym typeface="Arial"/>
                        </a:rPr>
                        <a:t> and they will not be on the printed poster. </a:t>
                      </a:r>
                      <a:endParaRPr/>
                    </a:p>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If you create a PDF file from your template, the guides will not be included.</a:t>
                      </a:r>
                      <a:endParaRPr/>
                    </a:p>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To hide the guides click on the </a:t>
                      </a:r>
                      <a:r>
                        <a:rPr lang="en-US" sz="2400" b="1">
                          <a:solidFill>
                            <a:srgbClr val="D9D9D9"/>
                          </a:solidFill>
                          <a:latin typeface="Arial"/>
                          <a:ea typeface="Arial"/>
                          <a:cs typeface="Arial"/>
                          <a:sym typeface="Arial"/>
                        </a:rPr>
                        <a:t>Home</a:t>
                      </a:r>
                      <a:r>
                        <a:rPr lang="en-US" sz="2400">
                          <a:solidFill>
                            <a:srgbClr val="D9D9D9"/>
                          </a:solidFill>
                          <a:latin typeface="Arial"/>
                          <a:ea typeface="Arial"/>
                          <a:cs typeface="Arial"/>
                          <a:sym typeface="Arial"/>
                        </a:rPr>
                        <a:t> tab (top of the screen) and then click on the </a:t>
                      </a:r>
                      <a:r>
                        <a:rPr lang="en-US" sz="2400" b="1">
                          <a:solidFill>
                            <a:srgbClr val="D9D9D9"/>
                          </a:solidFill>
                          <a:latin typeface="Arial"/>
                          <a:ea typeface="Arial"/>
                          <a:cs typeface="Arial"/>
                          <a:sym typeface="Arial"/>
                        </a:rPr>
                        <a:t>Layout</a:t>
                      </a:r>
                      <a:r>
                        <a:rPr lang="en-US" sz="2400">
                          <a:solidFill>
                            <a:srgbClr val="D9D9D9"/>
                          </a:solidFill>
                          <a:latin typeface="Arial"/>
                          <a:ea typeface="Arial"/>
                          <a:cs typeface="Arial"/>
                          <a:sym typeface="Arial"/>
                        </a:rPr>
                        <a:t> button below to see the available layouts. Choose the </a:t>
                      </a:r>
                      <a:r>
                        <a:rPr lang="en-US" sz="2400" b="1">
                          <a:solidFill>
                            <a:srgbClr val="D9D9D9"/>
                          </a:solidFill>
                          <a:latin typeface="Arial"/>
                          <a:ea typeface="Arial"/>
                          <a:cs typeface="Arial"/>
                          <a:sym typeface="Arial"/>
                        </a:rPr>
                        <a:t>Without Guides </a:t>
                      </a:r>
                      <a:r>
                        <a:rPr lang="en-US" sz="2400" b="0">
                          <a:solidFill>
                            <a:srgbClr val="D9D9D9"/>
                          </a:solidFill>
                          <a:latin typeface="Arial"/>
                          <a:ea typeface="Arial"/>
                          <a:cs typeface="Arial"/>
                          <a:sym typeface="Arial"/>
                        </a:rPr>
                        <a:t>layout</a:t>
                      </a:r>
                      <a:r>
                        <a:rPr lang="en-US" sz="2400">
                          <a:solidFill>
                            <a:srgbClr val="D9D9D9"/>
                          </a:solidFill>
                          <a:latin typeface="Arial"/>
                          <a:ea typeface="Arial"/>
                          <a:cs typeface="Arial"/>
                          <a:sym typeface="Arial"/>
                        </a:rPr>
                        <a:t>.</a:t>
                      </a:r>
                      <a:endParaRPr sz="2400">
                        <a:solidFill>
                          <a:srgbClr val="D9D9D9"/>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txBody>
                  <a:tcPr marL="182875" marR="91450" marT="137150" marB="45725">
                    <a:solidFill>
                      <a:srgbClr val="010101"/>
                    </a:solidFill>
                  </a:tcPr>
                </a:tc>
                <a:extLst>
                  <a:ext uri="{0D108BD9-81ED-4DB2-BD59-A6C34878D82A}">
                    <a16:rowId xmlns:a16="http://schemas.microsoft.com/office/drawing/2014/main" val="10003"/>
                  </a:ext>
                </a:extLst>
              </a:tr>
              <a:tr h="2888325">
                <a:tc gridSpan="2">
                  <a:txBody>
                    <a:bodyPr/>
                    <a:lstStyle/>
                    <a:p>
                      <a:pPr marL="0" marR="0" lvl="0" indent="0" algn="l" rtl="0">
                        <a:lnSpc>
                          <a:spcPct val="100000"/>
                        </a:lnSpc>
                        <a:spcBef>
                          <a:spcPts val="0"/>
                        </a:spcBef>
                        <a:spcAft>
                          <a:spcPts val="0"/>
                        </a:spcAft>
                        <a:buClr>
                          <a:schemeClr val="dk1"/>
                        </a:buClr>
                        <a:buSzPts val="2400"/>
                        <a:buFont typeface="Calibri"/>
                        <a:buNone/>
                      </a:pPr>
                      <a:endParaRPr sz="2400">
                        <a:solidFill>
                          <a:srgbClr val="D9D9D9"/>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r h="3781425">
                <a:tc gridSpan="2">
                  <a:txBody>
                    <a:bodyPr/>
                    <a:lstStyle/>
                    <a:p>
                      <a:pPr marL="0" marR="0" lvl="0" indent="0" algn="l" rtl="0">
                        <a:spcBef>
                          <a:spcPts val="0"/>
                        </a:spcBef>
                        <a:spcAft>
                          <a:spcPts val="0"/>
                        </a:spcAft>
                        <a:buNone/>
                      </a:pPr>
                      <a:r>
                        <a:rPr lang="en-US" sz="2800" b="1">
                          <a:solidFill>
                            <a:srgbClr val="FFC000"/>
                          </a:solidFill>
                          <a:latin typeface="Arial"/>
                          <a:ea typeface="Arial"/>
                          <a:cs typeface="Arial"/>
                          <a:sym typeface="Arial"/>
                        </a:rPr>
                        <a:t>How to preview your poster prior to printing</a:t>
                      </a:r>
                      <a:endParaRPr sz="2800" b="1">
                        <a:solidFill>
                          <a:srgbClr val="FFC000"/>
                        </a:solidFill>
                        <a:latin typeface="Arial"/>
                        <a:ea typeface="Arial"/>
                        <a:cs typeface="Arial"/>
                        <a:sym typeface="Arial"/>
                      </a:endParaRPr>
                    </a:p>
                    <a:p>
                      <a:pPr marL="0" marR="0" lvl="0" indent="0" algn="l" rtl="0">
                        <a:spcBef>
                          <a:spcPts val="0"/>
                        </a:spcBef>
                        <a:spcAft>
                          <a:spcPts val="0"/>
                        </a:spcAft>
                        <a:buNone/>
                      </a:pPr>
                      <a:r>
                        <a:rPr lang="en-US" sz="2400">
                          <a:solidFill>
                            <a:srgbClr val="D9D9D9"/>
                          </a:solidFill>
                          <a:latin typeface="Arial"/>
                          <a:ea typeface="Arial"/>
                          <a:cs typeface="Arial"/>
                          <a:sym typeface="Arial"/>
                        </a:rPr>
                        <a:t>You can preview your poster at any time by pressing the </a:t>
                      </a:r>
                      <a:r>
                        <a:rPr lang="en-US" sz="2400">
                          <a:solidFill>
                            <a:srgbClr val="FFC000"/>
                          </a:solidFill>
                          <a:latin typeface="Arial"/>
                          <a:ea typeface="Arial"/>
                          <a:cs typeface="Arial"/>
                          <a:sym typeface="Arial"/>
                        </a:rPr>
                        <a:t>F5 key</a:t>
                      </a:r>
                      <a:r>
                        <a:rPr lang="en-US" sz="2400">
                          <a:solidFill>
                            <a:srgbClr val="D9D9D9"/>
                          </a:solidFill>
                          <a:latin typeface="Arial"/>
                          <a:ea typeface="Arial"/>
                          <a:cs typeface="Arial"/>
                          <a:sym typeface="Arial"/>
                        </a:rPr>
                        <a:t> on your keyboard. You will see on the screen what's on your poster and how it should look when printed. Press the </a:t>
                      </a:r>
                      <a:r>
                        <a:rPr lang="en-US" sz="2400">
                          <a:solidFill>
                            <a:srgbClr val="FFC000"/>
                          </a:solidFill>
                          <a:latin typeface="Arial"/>
                          <a:ea typeface="Arial"/>
                          <a:cs typeface="Arial"/>
                          <a:sym typeface="Arial"/>
                        </a:rPr>
                        <a:t>ESC key </a:t>
                      </a:r>
                      <a:r>
                        <a:rPr lang="en-US" sz="2400">
                          <a:solidFill>
                            <a:srgbClr val="D9D9D9"/>
                          </a:solidFill>
                          <a:latin typeface="Arial"/>
                          <a:ea typeface="Arial"/>
                          <a:cs typeface="Arial"/>
                          <a:sym typeface="Arial"/>
                        </a:rPr>
                        <a:t>to exit Preview.</a:t>
                      </a:r>
                      <a:endParaRPr/>
                    </a:p>
                  </a:txBody>
                  <a:tcPr marL="182875" marR="91450" marT="137150" marB="45725">
                    <a:solidFill>
                      <a:srgbClr val="010101"/>
                    </a:solidFill>
                  </a:tcPr>
                </a:tc>
                <a:tc hMerge="1">
                  <a:txBody>
                    <a:bodyPr/>
                    <a:lstStyle/>
                    <a:p>
                      <a:endParaRPr lang="en-US"/>
                    </a:p>
                  </a:txBody>
                  <a:tcPr/>
                </a:tc>
                <a:tc>
                  <a:txBody>
                    <a:bodyPr/>
                    <a:lstStyle/>
                    <a:p>
                      <a:pPr marL="0" marR="0" lvl="0" indent="0" algn="ctr" rtl="0">
                        <a:spcBef>
                          <a:spcPts val="0"/>
                        </a:spcBef>
                        <a:spcAft>
                          <a:spcPts val="0"/>
                        </a:spcAft>
                        <a:buNone/>
                      </a:pPr>
                      <a:r>
                        <a:rPr lang="en-US" sz="11500" b="1">
                          <a:solidFill>
                            <a:srgbClr val="D9D9D9"/>
                          </a:solidFill>
                          <a:latin typeface="Arial"/>
                          <a:ea typeface="Arial"/>
                          <a:cs typeface="Arial"/>
                          <a:sym typeface="Arial"/>
                        </a:rPr>
                        <a:t>F5</a:t>
                      </a:r>
                      <a:r>
                        <a:rPr lang="en-US" sz="2400">
                          <a:solidFill>
                            <a:srgbClr val="D9D9D9"/>
                          </a:solidFill>
                          <a:latin typeface="Arial"/>
                          <a:ea typeface="Arial"/>
                          <a:cs typeface="Arial"/>
                          <a:sym typeface="Arial"/>
                        </a:rPr>
                        <a:t> </a:t>
                      </a:r>
                      <a:endParaRPr sz="8600"/>
                    </a:p>
                  </a:txBody>
                  <a:tcPr marL="182875" marR="91450" marT="137150" marB="45725" anchor="ctr">
                    <a:solidFill>
                      <a:srgbClr val="0C0C0C"/>
                    </a:solidFill>
                  </a:tcPr>
                </a:tc>
                <a:extLst>
                  <a:ext uri="{0D108BD9-81ED-4DB2-BD59-A6C34878D82A}">
                    <a16:rowId xmlns:a16="http://schemas.microsoft.com/office/drawing/2014/main" val="10005"/>
                  </a:ext>
                </a:extLst>
              </a:tr>
              <a:tr h="5674000">
                <a:tc gridSpan="3">
                  <a:txBody>
                    <a:bodyPr/>
                    <a:lstStyle/>
                    <a:p>
                      <a:pPr marL="0" marR="0" lvl="0" indent="0" algn="l" rtl="0">
                        <a:lnSpc>
                          <a:spcPct val="100000"/>
                        </a:lnSpc>
                        <a:spcBef>
                          <a:spcPts val="0"/>
                        </a:spcBef>
                        <a:spcAft>
                          <a:spcPts val="0"/>
                        </a:spcAft>
                        <a:buClr>
                          <a:srgbClr val="FFC000"/>
                        </a:buClr>
                        <a:buSzPts val="2800"/>
                        <a:buFont typeface="Arial"/>
                        <a:buNone/>
                      </a:pPr>
                      <a:r>
                        <a:rPr lang="en-US" sz="2800" b="1">
                          <a:solidFill>
                            <a:srgbClr val="FFC000"/>
                          </a:solidFill>
                          <a:latin typeface="Arial"/>
                          <a:ea typeface="Arial"/>
                          <a:cs typeface="Arial"/>
                          <a:sym typeface="Arial"/>
                        </a:rPr>
                        <a:t>How to print your poster</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When you are ready to have your poster printed go online to </a:t>
                      </a:r>
                      <a:r>
                        <a:rPr lang="en-US" sz="2400">
                          <a:solidFill>
                            <a:srgbClr val="FFC000"/>
                          </a:solidFill>
                          <a:latin typeface="Arial"/>
                          <a:ea typeface="Arial"/>
                          <a:cs typeface="Arial"/>
                          <a:sym typeface="Arial"/>
                        </a:rPr>
                        <a:t>PosterPresentations.com</a:t>
                      </a:r>
                      <a:r>
                        <a:rPr lang="en-US" sz="2400">
                          <a:solidFill>
                            <a:srgbClr val="D9D9D9"/>
                          </a:solidFill>
                          <a:latin typeface="Arial"/>
                          <a:ea typeface="Arial"/>
                          <a:cs typeface="Arial"/>
                          <a:sym typeface="Arial"/>
                        </a:rPr>
                        <a:t> and click on the "</a:t>
                      </a:r>
                      <a:r>
                        <a:rPr lang="en-US" sz="2400">
                          <a:solidFill>
                            <a:srgbClr val="FFC000"/>
                          </a:solidFill>
                          <a:latin typeface="Arial"/>
                          <a:ea typeface="Arial"/>
                          <a:cs typeface="Arial"/>
                          <a:sym typeface="Arial"/>
                        </a:rPr>
                        <a:t>Order Your Poster</a:t>
                      </a:r>
                      <a:r>
                        <a:rPr lang="en-US" sz="2400">
                          <a:solidFill>
                            <a:srgbClr val="D9D9D9"/>
                          </a:solidFill>
                          <a:latin typeface="Arial"/>
                          <a:ea typeface="Arial"/>
                          <a:cs typeface="Arial"/>
                          <a:sym typeface="Arial"/>
                        </a:rPr>
                        <a:t>" button. You can have your poster printed on professional papers, fabric for easy traveling and a variety of other materials. </a:t>
                      </a:r>
                      <a:endParaRPr/>
                    </a:p>
                    <a:p>
                      <a:pPr marL="0" marR="0" lvl="0" indent="0" algn="l" rtl="0">
                        <a:lnSpc>
                          <a:spcPct val="100000"/>
                        </a:lnSpc>
                        <a:spcBef>
                          <a:spcPts val="0"/>
                        </a:spcBef>
                        <a:spcAft>
                          <a:spcPts val="0"/>
                        </a:spcAft>
                        <a:buClr>
                          <a:srgbClr val="D9D9D9"/>
                        </a:buClr>
                        <a:buSzPts val="2400"/>
                        <a:buFont typeface="Arial"/>
                        <a:buNone/>
                      </a:pPr>
                      <a:r>
                        <a:rPr lang="en-US" sz="2400">
                          <a:solidFill>
                            <a:srgbClr val="D9D9D9"/>
                          </a:solidFill>
                          <a:latin typeface="Arial"/>
                          <a:ea typeface="Arial"/>
                          <a:cs typeface="Arial"/>
                          <a:sym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endParaRPr/>
                    </a:p>
                    <a:p>
                      <a:pPr marL="0" marR="0" lvl="0" indent="0" algn="l" rtl="0">
                        <a:lnSpc>
                          <a:spcPct val="100000"/>
                        </a:lnSpc>
                        <a:spcBef>
                          <a:spcPts val="0"/>
                        </a:spcBef>
                        <a:spcAft>
                          <a:spcPts val="0"/>
                        </a:spcAft>
                        <a:buClr>
                          <a:srgbClr val="D9D9D9"/>
                        </a:buClr>
                        <a:buSzPts val="2400"/>
                        <a:buFont typeface="Arial"/>
                        <a:buNone/>
                      </a:pPr>
                      <a:br>
                        <a:rPr lang="en-US" sz="2400">
                          <a:solidFill>
                            <a:srgbClr val="D9D9D9"/>
                          </a:solidFill>
                          <a:latin typeface="Arial"/>
                          <a:ea typeface="Arial"/>
                          <a:cs typeface="Arial"/>
                          <a:sym typeface="Arial"/>
                        </a:rPr>
                      </a:br>
                      <a:r>
                        <a:rPr lang="en-US" sz="2400">
                          <a:solidFill>
                            <a:srgbClr val="D9D9D9"/>
                          </a:solidFill>
                          <a:latin typeface="Arial"/>
                          <a:ea typeface="Arial"/>
                          <a:cs typeface="Arial"/>
                          <a:sym typeface="Arial"/>
                        </a:rPr>
                        <a:t>Go to </a:t>
                      </a:r>
                      <a:r>
                        <a:rPr lang="en-US" sz="2400">
                          <a:solidFill>
                            <a:srgbClr val="FFC000"/>
                          </a:solidFill>
                          <a:latin typeface="Arial"/>
                          <a:ea typeface="Arial"/>
                          <a:cs typeface="Arial"/>
                          <a:sym typeface="Arial"/>
                        </a:rPr>
                        <a:t>PosterPresentations.com</a:t>
                      </a:r>
                      <a:r>
                        <a:rPr lang="en-US" sz="2400">
                          <a:solidFill>
                            <a:srgbClr val="D9D9D9"/>
                          </a:solidFill>
                          <a:latin typeface="Arial"/>
                          <a:ea typeface="Arial"/>
                          <a:cs typeface="Arial"/>
                          <a:sym typeface="Arial"/>
                        </a:rPr>
                        <a:t> for more information.</a:t>
                      </a:r>
                      <a:endParaRPr/>
                    </a:p>
                  </a:txBody>
                  <a:tcPr marL="182875" marR="91450" marT="137150" marB="45725">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1354775">
                <a:tc gridSpan="3">
                  <a:txBody>
                    <a:bodyPr/>
                    <a:lstStyle/>
                    <a:p>
                      <a:pPr marL="0" marR="0" lvl="0" indent="0" algn="l" rtl="0">
                        <a:spcBef>
                          <a:spcPts val="0"/>
                        </a:spcBef>
                        <a:spcAft>
                          <a:spcPts val="0"/>
                        </a:spcAft>
                        <a:buNone/>
                      </a:pPr>
                      <a:endParaRPr sz="2400">
                        <a:solidFill>
                          <a:srgbClr val="1F3A4E"/>
                        </a:solidFill>
                      </a:endParaRPr>
                    </a:p>
                  </a:txBody>
                  <a:tcPr marL="182875" marR="91450" marT="137150" marB="45725"/>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3212200">
                <a:tc>
                  <a:txBody>
                    <a:bodyPr/>
                    <a:lstStyle/>
                    <a:p>
                      <a:pPr marL="0" marR="0" lvl="0" indent="0" algn="l" rtl="0">
                        <a:lnSpc>
                          <a:spcPct val="130000"/>
                        </a:lnSpc>
                        <a:spcBef>
                          <a:spcPts val="0"/>
                        </a:spcBef>
                        <a:spcAft>
                          <a:spcPts val="0"/>
                        </a:spcAft>
                        <a:buNone/>
                      </a:pPr>
                      <a:r>
                        <a:rPr lang="en-US" sz="2000">
                          <a:solidFill>
                            <a:srgbClr val="D8D8D8"/>
                          </a:solidFill>
                          <a:latin typeface="Arial"/>
                          <a:ea typeface="Arial"/>
                          <a:cs typeface="Arial"/>
                          <a:sym typeface="Arial"/>
                        </a:rPr>
                        <a:t>© 2019 PosterPresentations.com</a:t>
                      </a:r>
                      <a:br>
                        <a:rPr lang="en-US" sz="2000">
                          <a:solidFill>
                            <a:srgbClr val="D8D8D8"/>
                          </a:solidFill>
                          <a:latin typeface="Arial"/>
                          <a:ea typeface="Arial"/>
                          <a:cs typeface="Arial"/>
                          <a:sym typeface="Arial"/>
                        </a:rPr>
                      </a:br>
                      <a:r>
                        <a:rPr lang="en-US" sz="2000">
                          <a:solidFill>
                            <a:srgbClr val="D8D8D8"/>
                          </a:solidFill>
                          <a:latin typeface="Arial"/>
                          <a:ea typeface="Arial"/>
                          <a:cs typeface="Arial"/>
                          <a:sym typeface="Arial"/>
                        </a:rPr>
                        <a:t>2117 Fourth Street , STE C        </a:t>
                      </a:r>
                      <a:endParaRPr/>
                    </a:p>
                    <a:p>
                      <a:pPr marL="0" marR="0" lvl="0" indent="0" algn="l" rtl="0">
                        <a:lnSpc>
                          <a:spcPct val="130000"/>
                        </a:lnSpc>
                        <a:spcBef>
                          <a:spcPts val="0"/>
                        </a:spcBef>
                        <a:spcAft>
                          <a:spcPts val="0"/>
                        </a:spcAft>
                        <a:buNone/>
                      </a:pPr>
                      <a:r>
                        <a:rPr lang="en-US" sz="2000">
                          <a:solidFill>
                            <a:srgbClr val="D8D8D8"/>
                          </a:solidFill>
                          <a:latin typeface="Arial"/>
                          <a:ea typeface="Arial"/>
                          <a:cs typeface="Arial"/>
                          <a:sym typeface="Arial"/>
                        </a:rPr>
                        <a:t>Berkeley CA 94710 USA</a:t>
                      </a:r>
                      <a:endParaRPr sz="2000">
                        <a:solidFill>
                          <a:srgbClr val="D8D8D8"/>
                        </a:solidFill>
                        <a:latin typeface="Arial"/>
                        <a:ea typeface="Arial"/>
                        <a:cs typeface="Arial"/>
                        <a:sym typeface="Arial"/>
                      </a:endParaRPr>
                    </a:p>
                  </a:txBody>
                  <a:tcPr marL="182875" marR="91450" marT="137150" marB="45725">
                    <a:solidFill>
                      <a:srgbClr val="010101"/>
                    </a:solidFill>
                  </a:tcPr>
                </a:tc>
                <a:tc gridSpan="2">
                  <a:txBody>
                    <a:bodyPr/>
                    <a:lstStyle/>
                    <a:p>
                      <a:pPr marL="0" marR="0" lvl="0" indent="0" algn="l" rtl="0">
                        <a:lnSpc>
                          <a:spcPct val="100000"/>
                        </a:lnSpc>
                        <a:spcBef>
                          <a:spcPts val="0"/>
                        </a:spcBef>
                        <a:spcAft>
                          <a:spcPts val="0"/>
                        </a:spcAft>
                        <a:buClr>
                          <a:srgbClr val="D0D0D0"/>
                        </a:buClr>
                        <a:buSzPts val="2400"/>
                        <a:buFont typeface="Arial"/>
                        <a:buNone/>
                      </a:pPr>
                      <a:r>
                        <a:rPr lang="en-US" sz="2400" b="1">
                          <a:solidFill>
                            <a:srgbClr val="D0D0D0"/>
                          </a:solidFill>
                          <a:latin typeface="Arial"/>
                          <a:ea typeface="Arial"/>
                          <a:cs typeface="Arial"/>
                          <a:sym typeface="Arial"/>
                        </a:rPr>
                        <a:t>For complete tutorials visit:</a:t>
                      </a:r>
                      <a:endParaRPr/>
                    </a:p>
                    <a:p>
                      <a:pPr marL="0" marR="0" lvl="0" indent="0" algn="l" rtl="0">
                        <a:lnSpc>
                          <a:spcPct val="100000"/>
                        </a:lnSpc>
                        <a:spcBef>
                          <a:spcPts val="0"/>
                        </a:spcBef>
                        <a:spcAft>
                          <a:spcPts val="0"/>
                        </a:spcAft>
                        <a:buClr>
                          <a:srgbClr val="FFC000"/>
                        </a:buClr>
                        <a:buSzPts val="1800"/>
                        <a:buFont typeface="Arial"/>
                        <a:buNone/>
                      </a:pPr>
                      <a:r>
                        <a:rPr lang="en-US" sz="1800" b="1">
                          <a:solidFill>
                            <a:srgbClr val="FFC000"/>
                          </a:solidFill>
                          <a:latin typeface="Arial"/>
                          <a:ea typeface="Arial"/>
                          <a:cs typeface="Arial"/>
                          <a:sym typeface="Arial"/>
                        </a:rPr>
                        <a:t>https://www.posterpresentations.com/helpdesk.html</a:t>
                      </a:r>
                      <a:endParaRPr sz="1800">
                        <a:solidFill>
                          <a:srgbClr val="D8D8D8"/>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8"/>
                  </a:ext>
                </a:extLst>
              </a:tr>
            </a:tbl>
          </a:graphicData>
        </a:graphic>
      </p:graphicFrame>
    </p:spTree>
  </p:cSld>
  <p:clrMap bg1="lt1" tx1="dk1" bg2="dk2" tx2="lt2" accent1="accent1" accent2="accent2" accent3="accent3" accent4="accent4" accent5="accent5" accent6="accent6" hlink="hlink" folHlink="folHlink"/>
  <p:sldLayoutIdLst>
    <p:sldLayoutId id="214748365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alpha val="36862"/>
          </a:schemeClr>
        </a:solidFill>
        <a:effectLst/>
      </p:bgPr>
    </p:bg>
    <p:spTree>
      <p:nvGrpSpPr>
        <p:cNvPr id="1" name="Shape 118">
          <a:extLst>
            <a:ext uri="{FF2B5EF4-FFF2-40B4-BE49-F238E27FC236}">
              <a16:creationId xmlns:a16="http://schemas.microsoft.com/office/drawing/2014/main" id="{5054ACDA-6AB0-771C-54D8-B0ABA2D2E8BF}"/>
            </a:ext>
          </a:extLst>
        </p:cNvPr>
        <p:cNvGrpSpPr/>
        <p:nvPr/>
      </p:nvGrpSpPr>
      <p:grpSpPr>
        <a:xfrm>
          <a:off x="0" y="0"/>
          <a:ext cx="0" cy="0"/>
          <a:chOff x="0" y="0"/>
          <a:chExt cx="0" cy="0"/>
        </a:xfrm>
      </p:grpSpPr>
      <p:sp>
        <p:nvSpPr>
          <p:cNvPr id="130" name="Google Shape;130;p1">
            <a:extLst>
              <a:ext uri="{FF2B5EF4-FFF2-40B4-BE49-F238E27FC236}">
                <a16:creationId xmlns:a16="http://schemas.microsoft.com/office/drawing/2014/main" id="{ED07B937-A02A-B427-A5EC-F8FDD05A4B58}"/>
              </a:ext>
            </a:extLst>
          </p:cNvPr>
          <p:cNvSpPr txBox="1">
            <a:spLocks noGrp="1"/>
          </p:cNvSpPr>
          <p:nvPr>
            <p:ph type="body" idx="20"/>
          </p:nvPr>
        </p:nvSpPr>
        <p:spPr>
          <a:xfrm>
            <a:off x="6474862" y="185602"/>
            <a:ext cx="30941476" cy="2800726"/>
          </a:xfrm>
          <a:prstGeom prst="rect">
            <a:avLst/>
          </a:prstGeom>
          <a:noFill/>
          <a:ln>
            <a:noFill/>
          </a:ln>
        </p:spPr>
        <p:txBody>
          <a:bodyPr spcFirstLastPara="1" wrap="square" lIns="91425" tIns="45700" rIns="91425" bIns="45700" anchor="t" anchorCtr="0">
            <a:spAutoFit/>
          </a:bodyPr>
          <a:lstStyle/>
          <a:p>
            <a:pPr marL="0" lvl="0" indent="0" rtl="0">
              <a:spcBef>
                <a:spcPts val="0"/>
              </a:spcBef>
              <a:spcAft>
                <a:spcPts val="0"/>
              </a:spcAft>
              <a:buClr>
                <a:srgbClr val="002060"/>
              </a:buClr>
              <a:buSzPts val="8000"/>
              <a:buNone/>
            </a:pPr>
            <a:r>
              <a:rPr lang="en-US" sz="8800" dirty="0">
                <a:solidFill>
                  <a:srgbClr val="002060"/>
                </a:solidFill>
                <a:latin typeface="Bookman Old Style"/>
                <a:ea typeface="Bookman Old Style"/>
                <a:cs typeface="Bookman Old Style"/>
                <a:sym typeface="Bookman Old Style"/>
              </a:rPr>
              <a:t>B V RAJU INSTITUTE OF TECHNOLOGY </a:t>
            </a:r>
            <a:endParaRPr sz="11500" dirty="0"/>
          </a:p>
          <a:p>
            <a:pPr marL="0" lvl="0" indent="0" algn="ctr" rtl="0">
              <a:spcBef>
                <a:spcPts val="0"/>
              </a:spcBef>
              <a:spcAft>
                <a:spcPts val="0"/>
              </a:spcAft>
              <a:buClr>
                <a:srgbClr val="002060"/>
              </a:buClr>
              <a:buSzPts val="4400"/>
              <a:buNone/>
            </a:pPr>
            <a:r>
              <a:rPr lang="en-US" sz="4000" dirty="0">
                <a:solidFill>
                  <a:srgbClr val="002060"/>
                </a:solidFill>
                <a:latin typeface="Bookman Old Style"/>
                <a:ea typeface="Bookman Old Style"/>
                <a:cs typeface="Bookman Old Style"/>
                <a:sym typeface="Bookman Old Style"/>
              </a:rPr>
              <a:t>(UGC Autonomous , Affiliated to JNTUH, Approved by AICTE, Accredited by NBA and NAAC)</a:t>
            </a:r>
            <a:endParaRPr sz="8800" dirty="0"/>
          </a:p>
          <a:p>
            <a:pPr marL="0" lvl="0" indent="0" algn="ctr" rtl="0">
              <a:spcBef>
                <a:spcPts val="0"/>
              </a:spcBef>
              <a:spcAft>
                <a:spcPts val="0"/>
              </a:spcAft>
              <a:buClr>
                <a:srgbClr val="002060"/>
              </a:buClr>
              <a:buSzPts val="4400"/>
              <a:buNone/>
            </a:pPr>
            <a:r>
              <a:rPr lang="en-US" sz="4400" dirty="0">
                <a:solidFill>
                  <a:srgbClr val="002060"/>
                </a:solidFill>
                <a:latin typeface="Bookman Old Style"/>
                <a:ea typeface="Bookman Old Style"/>
                <a:cs typeface="Bookman Old Style"/>
                <a:sym typeface="Bookman Old Style"/>
              </a:rPr>
              <a:t>Vishnupur, Narsapur, Telangana – 502313 </a:t>
            </a:r>
            <a:endParaRPr dirty="0"/>
          </a:p>
        </p:txBody>
      </p:sp>
      <p:sp>
        <p:nvSpPr>
          <p:cNvPr id="137" name="Google Shape;137;p1">
            <a:extLst>
              <a:ext uri="{FF2B5EF4-FFF2-40B4-BE49-F238E27FC236}">
                <a16:creationId xmlns:a16="http://schemas.microsoft.com/office/drawing/2014/main" id="{37D09260-873C-C3FD-56AF-B145F9A376CA}"/>
              </a:ext>
            </a:extLst>
          </p:cNvPr>
          <p:cNvSpPr txBox="1"/>
          <p:nvPr/>
        </p:nvSpPr>
        <p:spPr>
          <a:xfrm>
            <a:off x="446076" y="4644913"/>
            <a:ext cx="42948852" cy="193895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002060"/>
              </a:buClr>
              <a:buSzPts val="7200"/>
              <a:buFont typeface="Bookman Old Style"/>
              <a:buNone/>
            </a:pPr>
            <a:r>
              <a:rPr lang="en-US" sz="6600" b="1" dirty="0">
                <a:solidFill>
                  <a:srgbClr val="002060"/>
                </a:solidFill>
                <a:latin typeface="Bookman Old Style"/>
                <a:sym typeface="Bookman Old Style"/>
              </a:rPr>
              <a:t>AUDITFLOW AI: AN NLP BASED REGULATORY INTERPRETATION AND POLICY GAP DETECTION</a:t>
            </a:r>
            <a:endParaRPr sz="6600" b="1" dirty="0">
              <a:solidFill>
                <a:srgbClr val="002060"/>
              </a:solidFill>
            </a:endParaRPr>
          </a:p>
          <a:p>
            <a:pPr marL="0" marR="0" lvl="0" indent="0" algn="ctr" rtl="0">
              <a:spcBef>
                <a:spcPts val="0"/>
              </a:spcBef>
              <a:spcAft>
                <a:spcPts val="0"/>
              </a:spcAft>
              <a:buClr>
                <a:srgbClr val="993300"/>
              </a:buClr>
              <a:buSzPts val="5400"/>
              <a:buFont typeface="Bookman Old Style"/>
              <a:buNone/>
            </a:pPr>
            <a:r>
              <a:rPr lang="en-US" sz="5400" b="1" dirty="0" err="1">
                <a:solidFill>
                  <a:srgbClr val="993300"/>
                </a:solidFill>
                <a:latin typeface="Bookman Old Style"/>
                <a:ea typeface="Bookman Old Style"/>
                <a:cs typeface="Bookman Old Style"/>
                <a:sym typeface="Bookman Old Style"/>
              </a:rPr>
              <a:t>P.Sri</a:t>
            </a:r>
            <a:r>
              <a:rPr lang="en-US" sz="5400" b="1" dirty="0">
                <a:solidFill>
                  <a:srgbClr val="993300"/>
                </a:solidFill>
                <a:latin typeface="Bookman Old Style"/>
                <a:ea typeface="Bookman Old Style"/>
                <a:cs typeface="Bookman Old Style"/>
                <a:sym typeface="Bookman Old Style"/>
              </a:rPr>
              <a:t> Bhuvan</a:t>
            </a:r>
            <a:r>
              <a:rPr lang="en-US" sz="5400" b="1" i="0" u="none" strike="noStrike" cap="none" dirty="0">
                <a:solidFill>
                  <a:srgbClr val="993300"/>
                </a:solidFill>
                <a:latin typeface="Bookman Old Style"/>
                <a:ea typeface="Bookman Old Style"/>
                <a:cs typeface="Bookman Old Style"/>
                <a:sym typeface="Bookman Old Style"/>
              </a:rPr>
              <a:t>, </a:t>
            </a:r>
            <a:r>
              <a:rPr lang="en-US" sz="5400" b="1" i="0" u="none" strike="noStrike" cap="none" dirty="0" err="1">
                <a:solidFill>
                  <a:srgbClr val="993300"/>
                </a:solidFill>
                <a:latin typeface="Bookman Old Style"/>
                <a:ea typeface="Bookman Old Style"/>
                <a:cs typeface="Bookman Old Style"/>
                <a:sym typeface="Bookman Old Style"/>
              </a:rPr>
              <a:t>U.Sreeja</a:t>
            </a:r>
            <a:r>
              <a:rPr lang="en-US" sz="5400" b="1" i="0" u="none" strike="noStrike" cap="none" dirty="0">
                <a:solidFill>
                  <a:srgbClr val="993300"/>
                </a:solidFill>
                <a:latin typeface="Bookman Old Style"/>
                <a:ea typeface="Bookman Old Style"/>
                <a:cs typeface="Bookman Old Style"/>
                <a:sym typeface="Bookman Old Style"/>
              </a:rPr>
              <a:t>, </a:t>
            </a:r>
            <a:r>
              <a:rPr lang="en-US" sz="5400" b="1" i="0" u="none" strike="noStrike" cap="none" dirty="0" err="1">
                <a:solidFill>
                  <a:srgbClr val="993300"/>
                </a:solidFill>
                <a:latin typeface="Bookman Old Style"/>
                <a:ea typeface="Bookman Old Style"/>
                <a:cs typeface="Bookman Old Style"/>
                <a:sym typeface="Bookman Old Style"/>
              </a:rPr>
              <a:t>V.Vaishnavi</a:t>
            </a:r>
            <a:r>
              <a:rPr lang="en-US" sz="5400" b="1" i="0" u="none" strike="noStrike" cap="none" dirty="0">
                <a:solidFill>
                  <a:srgbClr val="993300"/>
                </a:solidFill>
                <a:latin typeface="Bookman Old Style"/>
                <a:ea typeface="Bookman Old Style"/>
                <a:cs typeface="Bookman Old Style"/>
                <a:sym typeface="Bookman Old Style"/>
              </a:rPr>
              <a:t>, Supervisor: Mrs. M Mounika - Co-Supervisor: </a:t>
            </a:r>
            <a:r>
              <a:rPr lang="en-US" sz="5400" b="1" dirty="0">
                <a:solidFill>
                  <a:srgbClr val="993300"/>
                </a:solidFill>
                <a:latin typeface="Bookman Old Style"/>
                <a:ea typeface="Bookman Old Style"/>
                <a:cs typeface="Bookman Old Style"/>
                <a:sym typeface="Bookman Old Style"/>
              </a:rPr>
              <a:t>Ms. B Divyasri</a:t>
            </a:r>
            <a:endParaRPr dirty="0"/>
          </a:p>
        </p:txBody>
      </p:sp>
      <p:sp>
        <p:nvSpPr>
          <p:cNvPr id="138" name="Google Shape;138;p1">
            <a:extLst>
              <a:ext uri="{FF2B5EF4-FFF2-40B4-BE49-F238E27FC236}">
                <a16:creationId xmlns:a16="http://schemas.microsoft.com/office/drawing/2014/main" id="{FFC38E9A-7B02-C3BD-03AF-FBAE7E45BB7A}"/>
              </a:ext>
            </a:extLst>
          </p:cNvPr>
          <p:cNvSpPr txBox="1"/>
          <p:nvPr/>
        </p:nvSpPr>
        <p:spPr>
          <a:xfrm>
            <a:off x="33644882" y="31655409"/>
            <a:ext cx="9924220" cy="101562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1" i="0" u="none" strike="noStrike" cap="none" dirty="0">
                <a:solidFill>
                  <a:schemeClr val="accent2">
                    <a:lumMod val="50000"/>
                  </a:schemeClr>
                </a:solidFill>
                <a:latin typeface="Bookman Old Style"/>
                <a:ea typeface="Bookman Old Style"/>
                <a:cs typeface="Bookman Old Style"/>
                <a:sym typeface="Bookman Old Style"/>
              </a:rPr>
              <a:t>SDGs:</a:t>
            </a:r>
            <a:r>
              <a:rPr lang="en-US" sz="6000" b="1" i="0" u="none" strike="noStrike" cap="none" dirty="0">
                <a:solidFill>
                  <a:srgbClr val="002060"/>
                </a:solidFill>
                <a:latin typeface="Bookman Old Style"/>
                <a:ea typeface="Bookman Old Style"/>
                <a:cs typeface="Bookman Old Style"/>
                <a:sym typeface="Bookman Old Style"/>
              </a:rPr>
              <a:t> 8, 9, </a:t>
            </a:r>
            <a:r>
              <a:rPr lang="en-US" sz="6000" b="1" dirty="0">
                <a:solidFill>
                  <a:srgbClr val="002060"/>
                </a:solidFill>
                <a:latin typeface="Bookman Old Style"/>
                <a:ea typeface="Bookman Old Style"/>
                <a:cs typeface="Bookman Old Style"/>
                <a:sym typeface="Bookman Old Style"/>
              </a:rPr>
              <a:t>16</a:t>
            </a:r>
            <a:endParaRPr sz="6000" dirty="0">
              <a:solidFill>
                <a:srgbClr val="002060"/>
              </a:solidFill>
            </a:endParaRPr>
          </a:p>
        </p:txBody>
      </p:sp>
      <p:cxnSp>
        <p:nvCxnSpPr>
          <p:cNvPr id="20" name="Straight Connector 19">
            <a:extLst>
              <a:ext uri="{FF2B5EF4-FFF2-40B4-BE49-F238E27FC236}">
                <a16:creationId xmlns:a16="http://schemas.microsoft.com/office/drawing/2014/main" id="{49F10DFB-2989-0EC0-F455-E66C66BE7EC1}"/>
              </a:ext>
            </a:extLst>
          </p:cNvPr>
          <p:cNvCxnSpPr>
            <a:cxnSpLocks/>
          </p:cNvCxnSpPr>
          <p:nvPr/>
        </p:nvCxnSpPr>
        <p:spPr>
          <a:xfrm>
            <a:off x="5390977" y="4334090"/>
            <a:ext cx="32003170" cy="0"/>
          </a:xfrm>
          <a:prstGeom prst="line">
            <a:avLst/>
          </a:prstGeom>
          <a:ln w="88900">
            <a:solidFill>
              <a:srgbClr val="693D07"/>
            </a:solidFill>
          </a:ln>
        </p:spPr>
        <p:style>
          <a:lnRef idx="3">
            <a:schemeClr val="dk1"/>
          </a:lnRef>
          <a:fillRef idx="0">
            <a:schemeClr val="dk1"/>
          </a:fillRef>
          <a:effectRef idx="2">
            <a:schemeClr val="dk1"/>
          </a:effectRef>
          <a:fontRef idx="minor">
            <a:schemeClr val="tx1"/>
          </a:fontRef>
        </p:style>
      </p:cxnSp>
      <p:sp>
        <p:nvSpPr>
          <p:cNvPr id="25" name="TextBox 24">
            <a:extLst>
              <a:ext uri="{FF2B5EF4-FFF2-40B4-BE49-F238E27FC236}">
                <a16:creationId xmlns:a16="http://schemas.microsoft.com/office/drawing/2014/main" id="{7E586EFC-302B-85A6-D6F9-E6E33EC8C343}"/>
              </a:ext>
            </a:extLst>
          </p:cNvPr>
          <p:cNvSpPr txBox="1"/>
          <p:nvPr/>
        </p:nvSpPr>
        <p:spPr>
          <a:xfrm>
            <a:off x="7288992" y="3061718"/>
            <a:ext cx="29313215" cy="1107996"/>
          </a:xfrm>
          <a:prstGeom prst="rect">
            <a:avLst/>
          </a:prstGeom>
          <a:noFill/>
        </p:spPr>
        <p:txBody>
          <a:bodyPr wrap="square">
            <a:spAutoFit/>
          </a:bodyPr>
          <a:lstStyle/>
          <a:p>
            <a:pPr marL="0" lvl="0" indent="0" algn="ctr" rtl="0">
              <a:spcBef>
                <a:spcPts val="0"/>
              </a:spcBef>
              <a:spcAft>
                <a:spcPts val="0"/>
              </a:spcAft>
              <a:buClr>
                <a:srgbClr val="002060"/>
              </a:buClr>
              <a:buSzPts val="6600"/>
              <a:buNone/>
            </a:pPr>
            <a:r>
              <a:rPr lang="en-US" sz="6600" b="1" dirty="0">
                <a:solidFill>
                  <a:srgbClr val="002060"/>
                </a:solidFill>
                <a:latin typeface="Bookman Old Style"/>
                <a:ea typeface="Bookman Old Style"/>
                <a:cs typeface="Bookman Old Style"/>
                <a:sym typeface="Bookman Old Style"/>
              </a:rPr>
              <a:t>Department of CSE (Artificial Intelligence and Machine Learning)</a:t>
            </a:r>
            <a:endParaRPr lang="en-US" b="1" dirty="0"/>
          </a:p>
        </p:txBody>
      </p:sp>
      <p:sp>
        <p:nvSpPr>
          <p:cNvPr id="30" name="Google Shape;138;p1">
            <a:extLst>
              <a:ext uri="{FF2B5EF4-FFF2-40B4-BE49-F238E27FC236}">
                <a16:creationId xmlns:a16="http://schemas.microsoft.com/office/drawing/2014/main" id="{962D1DF9-A990-3D2A-4F20-DCBA17718405}"/>
              </a:ext>
            </a:extLst>
          </p:cNvPr>
          <p:cNvSpPr txBox="1"/>
          <p:nvPr/>
        </p:nvSpPr>
        <p:spPr>
          <a:xfrm>
            <a:off x="0" y="31655409"/>
            <a:ext cx="10395284" cy="101562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1" i="0" u="none" strike="noStrike" cap="none" dirty="0">
                <a:solidFill>
                  <a:schemeClr val="accent2">
                    <a:lumMod val="50000"/>
                  </a:schemeClr>
                </a:solidFill>
                <a:latin typeface="Bookman Old Style"/>
                <a:ea typeface="Bookman Old Style"/>
                <a:cs typeface="Bookman Old Style"/>
                <a:sym typeface="Bookman Old Style"/>
              </a:rPr>
              <a:t>Team No:</a:t>
            </a:r>
            <a:r>
              <a:rPr lang="en-US" sz="6000" b="1" i="0" u="none" strike="noStrike" cap="none" dirty="0">
                <a:solidFill>
                  <a:srgbClr val="002060"/>
                </a:solidFill>
                <a:latin typeface="Bookman Old Style"/>
                <a:ea typeface="Bookman Old Style"/>
                <a:cs typeface="Bookman Old Style"/>
                <a:sym typeface="Bookman Old Style"/>
              </a:rPr>
              <a:t> 23C-11</a:t>
            </a:r>
            <a:r>
              <a:rPr lang="en-US" sz="6000" b="1" dirty="0">
                <a:solidFill>
                  <a:srgbClr val="002060"/>
                </a:solidFill>
                <a:latin typeface="Bookman Old Style"/>
                <a:ea typeface="Bookman Old Style"/>
                <a:cs typeface="Bookman Old Style"/>
                <a:sym typeface="Bookman Old Style"/>
              </a:rPr>
              <a:t>4</a:t>
            </a:r>
            <a:endParaRPr sz="6000" dirty="0">
              <a:solidFill>
                <a:srgbClr val="002060"/>
              </a:solidFill>
            </a:endParaRPr>
          </a:p>
        </p:txBody>
      </p:sp>
      <p:sp>
        <p:nvSpPr>
          <p:cNvPr id="31" name="Google Shape;138;p1">
            <a:extLst>
              <a:ext uri="{FF2B5EF4-FFF2-40B4-BE49-F238E27FC236}">
                <a16:creationId xmlns:a16="http://schemas.microsoft.com/office/drawing/2014/main" id="{62F38F35-4DA4-2550-B20E-FBB9C8CDDC4B}"/>
              </a:ext>
            </a:extLst>
          </p:cNvPr>
          <p:cNvSpPr txBox="1"/>
          <p:nvPr/>
        </p:nvSpPr>
        <p:spPr>
          <a:xfrm>
            <a:off x="17440426" y="31655409"/>
            <a:ext cx="9924220" cy="101562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1" i="0" u="none" strike="noStrike" cap="none" dirty="0">
                <a:solidFill>
                  <a:schemeClr val="accent2">
                    <a:lumMod val="50000"/>
                  </a:schemeClr>
                </a:solidFill>
                <a:latin typeface="Bookman Old Style"/>
                <a:ea typeface="Bookman Old Style"/>
                <a:cs typeface="Bookman Old Style"/>
                <a:sym typeface="Bookman Old Style"/>
              </a:rPr>
              <a:t>Domain:</a:t>
            </a:r>
            <a:r>
              <a:rPr lang="en-US" sz="6000" b="1" i="0" u="none" strike="noStrike" cap="none" dirty="0">
                <a:solidFill>
                  <a:srgbClr val="002060"/>
                </a:solidFill>
                <a:latin typeface="Bookman Old Style"/>
                <a:ea typeface="Bookman Old Style"/>
                <a:cs typeface="Bookman Old Style"/>
                <a:sym typeface="Bookman Old Style"/>
              </a:rPr>
              <a:t> S &amp; NLP</a:t>
            </a:r>
            <a:endParaRPr sz="6000" dirty="0">
              <a:solidFill>
                <a:srgbClr val="002060"/>
              </a:solidFill>
            </a:endParaRPr>
          </a:p>
        </p:txBody>
      </p:sp>
      <p:pic>
        <p:nvPicPr>
          <p:cNvPr id="3" name="Picture 2">
            <a:extLst>
              <a:ext uri="{FF2B5EF4-FFF2-40B4-BE49-F238E27FC236}">
                <a16:creationId xmlns:a16="http://schemas.microsoft.com/office/drawing/2014/main" id="{900F65DC-B4B3-A580-50C0-AC419D7BD70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43" t="17708" r="3832" b="18342"/>
          <a:stretch/>
        </p:blipFill>
        <p:spPr bwMode="auto">
          <a:xfrm>
            <a:off x="0" y="1527757"/>
            <a:ext cx="7532804" cy="2085261"/>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19;p1">
            <a:extLst>
              <a:ext uri="{FF2B5EF4-FFF2-40B4-BE49-F238E27FC236}">
                <a16:creationId xmlns:a16="http://schemas.microsoft.com/office/drawing/2014/main" id="{08330C6B-86FD-5174-A890-8DB0F585AB75}"/>
              </a:ext>
            </a:extLst>
          </p:cNvPr>
          <p:cNvSpPr txBox="1">
            <a:spLocks noGrp="1"/>
          </p:cNvSpPr>
          <p:nvPr>
            <p:ph type="body" idx="1"/>
          </p:nvPr>
        </p:nvSpPr>
        <p:spPr>
          <a:xfrm>
            <a:off x="446075" y="7485056"/>
            <a:ext cx="10983825" cy="8409944"/>
          </a:xfrm>
          <a:prstGeom prst="rect">
            <a:avLst/>
          </a:prstGeom>
          <a:noFill/>
          <a:ln>
            <a:noFill/>
          </a:ln>
        </p:spPr>
        <p:txBody>
          <a:bodyPr spcFirstLastPara="1" wrap="square" lIns="228575" tIns="228575" rIns="228575" bIns="228575" anchor="t" anchorCtr="0">
            <a:spAutoFit/>
          </a:bodyPr>
          <a:lstStyle/>
          <a:p>
            <a:pPr algn="just"/>
            <a:r>
              <a:rPr lang="en-US" sz="3600" dirty="0" err="1">
                <a:solidFill>
                  <a:schemeClr val="tx1">
                    <a:lumMod val="95000"/>
                    <a:lumOff val="5000"/>
                  </a:schemeClr>
                </a:solidFill>
                <a:latin typeface="Bookman Old Style" panose="02050604050505020204" pitchFamily="18" charset="0"/>
              </a:rPr>
              <a:t>AuditFlow</a:t>
            </a:r>
            <a:r>
              <a:rPr lang="en-US" sz="3600" dirty="0">
                <a:solidFill>
                  <a:schemeClr val="tx1">
                    <a:lumMod val="95000"/>
                    <a:lumOff val="5000"/>
                  </a:schemeClr>
                </a:solidFill>
                <a:latin typeface="Bookman Old Style" panose="02050604050505020204" pitchFamily="18" charset="0"/>
              </a:rPr>
              <a:t> AI is a Neuro-Symbolic Regulatory Compliance System that evaluates banking policies against RBI IT Outsourcing Guidelines and the DPDP Act, 2023. </a:t>
            </a:r>
          </a:p>
          <a:p>
            <a:pPr algn="just"/>
            <a:r>
              <a:rPr lang="en-US" sz="3600" dirty="0">
                <a:solidFill>
                  <a:schemeClr val="tx1">
                    <a:lumMod val="95000"/>
                    <a:lumOff val="5000"/>
                  </a:schemeClr>
                </a:solidFill>
                <a:latin typeface="Bookman Old Style" panose="02050604050505020204" pitchFamily="18" charset="0"/>
              </a:rPr>
              <a:t>It separates LLM-based understanding from deterministic symbolic rule enforcement, ensuring legally grounded and reproducible decisions.</a:t>
            </a:r>
          </a:p>
          <a:p>
            <a:pPr algn="just"/>
            <a:r>
              <a:rPr lang="en-US" sz="3600" dirty="0">
                <a:solidFill>
                  <a:schemeClr val="tx1">
                    <a:lumMod val="95000"/>
                    <a:lumOff val="5000"/>
                  </a:schemeClr>
                </a:solidFill>
                <a:latin typeface="Bookman Old Style" panose="02050604050505020204" pitchFamily="18" charset="0"/>
              </a:rPr>
              <a:t>By combining structured fact extraction with a knowledge-graph-backed rule engine, the system delivers transparent, explainable, and audit-ready compliance outputs while minimizing hallucinations.</a:t>
            </a:r>
          </a:p>
          <a:p>
            <a:pPr marL="0" lvl="0" indent="0" algn="just">
              <a:spcBef>
                <a:spcPts val="0"/>
              </a:spcBef>
              <a:buClr>
                <a:srgbClr val="002060"/>
              </a:buClr>
              <a:buSzPts val="3600"/>
            </a:pPr>
            <a:endParaRPr lang="en-US" sz="3600" dirty="0">
              <a:solidFill>
                <a:schemeClr val="tx1">
                  <a:lumMod val="95000"/>
                  <a:lumOff val="5000"/>
                </a:schemeClr>
              </a:solidFill>
              <a:latin typeface="Bookman Old Style" panose="02050604050505020204" pitchFamily="18" charset="0"/>
            </a:endParaRPr>
          </a:p>
        </p:txBody>
      </p:sp>
      <p:sp>
        <p:nvSpPr>
          <p:cNvPr id="5" name="Google Shape;120;p1">
            <a:extLst>
              <a:ext uri="{FF2B5EF4-FFF2-40B4-BE49-F238E27FC236}">
                <a16:creationId xmlns:a16="http://schemas.microsoft.com/office/drawing/2014/main" id="{A65167B8-0506-834F-8383-6383DCE7BBFE}"/>
              </a:ext>
            </a:extLst>
          </p:cNvPr>
          <p:cNvSpPr txBox="1">
            <a:spLocks noGrp="1"/>
          </p:cNvSpPr>
          <p:nvPr>
            <p:ph type="body" idx="2"/>
          </p:nvPr>
        </p:nvSpPr>
        <p:spPr>
          <a:xfrm>
            <a:off x="923919" y="6475670"/>
            <a:ext cx="10048875" cy="110798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rgbClr val="002060"/>
              </a:buClr>
              <a:buSzPts val="6000"/>
              <a:buNone/>
            </a:pPr>
            <a:r>
              <a:rPr lang="en-US" sz="6000">
                <a:solidFill>
                  <a:srgbClr val="002060"/>
                </a:solidFill>
                <a:latin typeface="Bookman Old Style"/>
                <a:ea typeface="Bookman Old Style"/>
                <a:cs typeface="Bookman Old Style"/>
                <a:sym typeface="Bookman Old Style"/>
              </a:rPr>
              <a:t>Introduction</a:t>
            </a:r>
            <a:endParaRPr/>
          </a:p>
        </p:txBody>
      </p:sp>
      <p:sp>
        <p:nvSpPr>
          <p:cNvPr id="6" name="Google Shape;121;p1">
            <a:extLst>
              <a:ext uri="{FF2B5EF4-FFF2-40B4-BE49-F238E27FC236}">
                <a16:creationId xmlns:a16="http://schemas.microsoft.com/office/drawing/2014/main" id="{8E3CCCFD-BD43-40D2-72A7-8B89D8A16CA8}"/>
              </a:ext>
            </a:extLst>
          </p:cNvPr>
          <p:cNvSpPr txBox="1">
            <a:spLocks noGrp="1"/>
          </p:cNvSpPr>
          <p:nvPr>
            <p:ph type="body" idx="3"/>
          </p:nvPr>
        </p:nvSpPr>
        <p:spPr>
          <a:xfrm>
            <a:off x="837343" y="15824227"/>
            <a:ext cx="10050462" cy="110798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rgbClr val="002060"/>
              </a:buClr>
              <a:buSzPts val="6000"/>
              <a:buNone/>
            </a:pPr>
            <a:r>
              <a:rPr lang="en-US" sz="6000" dirty="0">
                <a:solidFill>
                  <a:srgbClr val="002060"/>
                </a:solidFill>
                <a:latin typeface="Bookman Old Style"/>
                <a:ea typeface="Bookman Old Style"/>
                <a:cs typeface="Bookman Old Style"/>
                <a:sym typeface="Bookman Old Style"/>
              </a:rPr>
              <a:t>Objectives</a:t>
            </a:r>
            <a:endParaRPr dirty="0">
              <a:solidFill>
                <a:srgbClr val="002060"/>
              </a:solidFill>
              <a:latin typeface="Bookman Old Style"/>
              <a:ea typeface="Bookman Old Style"/>
              <a:cs typeface="Bookman Old Style"/>
              <a:sym typeface="Bookman Old Style"/>
            </a:endParaRPr>
          </a:p>
        </p:txBody>
      </p:sp>
      <p:sp>
        <p:nvSpPr>
          <p:cNvPr id="7" name="Google Shape;122;p1">
            <a:extLst>
              <a:ext uri="{FF2B5EF4-FFF2-40B4-BE49-F238E27FC236}">
                <a16:creationId xmlns:a16="http://schemas.microsoft.com/office/drawing/2014/main" id="{E2F997C2-A034-1F12-D9C6-FD0CD1D00A59}"/>
              </a:ext>
            </a:extLst>
          </p:cNvPr>
          <p:cNvSpPr txBox="1">
            <a:spLocks noGrp="1"/>
          </p:cNvSpPr>
          <p:nvPr>
            <p:ph type="body" idx="4"/>
          </p:nvPr>
        </p:nvSpPr>
        <p:spPr>
          <a:xfrm>
            <a:off x="11537721" y="25653817"/>
            <a:ext cx="10800000" cy="6001592"/>
          </a:xfrm>
          <a:prstGeom prst="rect">
            <a:avLst/>
          </a:prstGeom>
          <a:noFill/>
          <a:ln>
            <a:noFill/>
          </a:ln>
        </p:spPr>
        <p:txBody>
          <a:bodyPr spcFirstLastPara="1" wrap="square" lIns="228575" tIns="228575" rIns="228575" bIns="228575" anchor="t" anchorCtr="0">
            <a:spAutoFit/>
          </a:bodyPr>
          <a:lstStyle/>
          <a:p>
            <a:pPr marL="0" lvl="0" indent="0" algn="just">
              <a:spcBef>
                <a:spcPts val="0"/>
              </a:spcBef>
              <a:buClr>
                <a:srgbClr val="002060"/>
              </a:buClr>
              <a:buSzPts val="3600"/>
            </a:pPr>
            <a:r>
              <a:rPr lang="en-US" sz="3600" b="1" dirty="0">
                <a:solidFill>
                  <a:schemeClr val="tx1">
                    <a:lumMod val="95000"/>
                    <a:lumOff val="5000"/>
                  </a:schemeClr>
                </a:solidFill>
                <a:latin typeface="Bookman Old Style" panose="02050604050505020204" pitchFamily="18" charset="0"/>
              </a:rPr>
              <a:t>6. Deterministic Symbolic Reasoning &amp; Conflict Resolution:</a:t>
            </a:r>
          </a:p>
          <a:p>
            <a:pPr marL="0" lvl="0" indent="0" algn="just">
              <a:spcBef>
                <a:spcPts val="0"/>
              </a:spcBef>
              <a:buClr>
                <a:srgbClr val="002060"/>
              </a:buClr>
              <a:buSzPts val="3600"/>
            </a:pPr>
            <a:r>
              <a:rPr lang="en-US" sz="3600" dirty="0">
                <a:solidFill>
                  <a:schemeClr val="tx1">
                    <a:lumMod val="95000"/>
                    <a:lumOff val="5000"/>
                  </a:schemeClr>
                </a:solidFill>
                <a:latin typeface="Bookman Old Style" panose="02050604050505020204" pitchFamily="18" charset="0"/>
              </a:rPr>
              <a:t>Applied Cypher-based rule evaluation to resolve overlaps between DPDP and RBI mandates using priority-based statutory hierarchy.</a:t>
            </a:r>
          </a:p>
          <a:p>
            <a:pPr marL="0" lvl="0" indent="0" algn="just">
              <a:spcBef>
                <a:spcPts val="0"/>
              </a:spcBef>
              <a:buClr>
                <a:srgbClr val="002060"/>
              </a:buClr>
              <a:buSzPts val="3600"/>
            </a:pPr>
            <a:r>
              <a:rPr lang="en-US" sz="3600" b="1" dirty="0">
                <a:solidFill>
                  <a:schemeClr val="tx1">
                    <a:lumMod val="95000"/>
                    <a:lumOff val="5000"/>
                  </a:schemeClr>
                </a:solidFill>
                <a:latin typeface="Bookman Old Style" panose="02050604050505020204" pitchFamily="18" charset="0"/>
              </a:rPr>
              <a:t>7. Explainable Audit Report Generation:</a:t>
            </a:r>
          </a:p>
          <a:p>
            <a:pPr marL="0" lvl="0" indent="0" algn="just">
              <a:spcBef>
                <a:spcPts val="0"/>
              </a:spcBef>
              <a:buClr>
                <a:srgbClr val="002060"/>
              </a:buClr>
              <a:buSzPts val="3600"/>
            </a:pPr>
            <a:r>
              <a:rPr lang="en-US" sz="3600" dirty="0">
                <a:solidFill>
                  <a:schemeClr val="tx1">
                    <a:lumMod val="95000"/>
                    <a:lumOff val="5000"/>
                  </a:schemeClr>
                </a:solidFill>
                <a:latin typeface="Bookman Old Style" panose="02050604050505020204" pitchFamily="18" charset="0"/>
              </a:rPr>
              <a:t>Generated clause-level traceability outputs mapping each compliance verdict to specific statutory provisions and control identifiers.</a:t>
            </a:r>
            <a:endParaRPr sz="3600" dirty="0">
              <a:solidFill>
                <a:schemeClr val="tx1">
                  <a:lumMod val="95000"/>
                  <a:lumOff val="5000"/>
                </a:schemeClr>
              </a:solidFill>
              <a:latin typeface="Bookman Old Style" panose="02050604050505020204" pitchFamily="18" charset="0"/>
            </a:endParaRPr>
          </a:p>
        </p:txBody>
      </p:sp>
      <p:sp>
        <p:nvSpPr>
          <p:cNvPr id="8" name="Google Shape;123;p1">
            <a:extLst>
              <a:ext uri="{FF2B5EF4-FFF2-40B4-BE49-F238E27FC236}">
                <a16:creationId xmlns:a16="http://schemas.microsoft.com/office/drawing/2014/main" id="{CFD9DD00-9A22-394D-5639-07C618F666C9}"/>
              </a:ext>
            </a:extLst>
          </p:cNvPr>
          <p:cNvSpPr txBox="1">
            <a:spLocks noGrp="1"/>
          </p:cNvSpPr>
          <p:nvPr>
            <p:ph type="body" idx="5"/>
          </p:nvPr>
        </p:nvSpPr>
        <p:spPr>
          <a:xfrm>
            <a:off x="1176500" y="25759040"/>
            <a:ext cx="10048875" cy="110798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rgbClr val="002060"/>
              </a:buClr>
              <a:buSzPts val="6000"/>
              <a:buNone/>
            </a:pPr>
            <a:r>
              <a:rPr lang="en-US" sz="6000" dirty="0">
                <a:solidFill>
                  <a:srgbClr val="002060"/>
                </a:solidFill>
                <a:latin typeface="Bookman Old Style"/>
                <a:ea typeface="Bookman Old Style"/>
                <a:cs typeface="Bookman Old Style"/>
                <a:sym typeface="Bookman Old Style"/>
              </a:rPr>
              <a:t>Methodology</a:t>
            </a:r>
            <a:endParaRPr dirty="0"/>
          </a:p>
        </p:txBody>
      </p:sp>
      <p:sp>
        <p:nvSpPr>
          <p:cNvPr id="9" name="Google Shape;124;p1">
            <a:extLst>
              <a:ext uri="{FF2B5EF4-FFF2-40B4-BE49-F238E27FC236}">
                <a16:creationId xmlns:a16="http://schemas.microsoft.com/office/drawing/2014/main" id="{1EC6D49A-2E67-ABC6-8896-3645AAD2D399}"/>
              </a:ext>
            </a:extLst>
          </p:cNvPr>
          <p:cNvSpPr txBox="1">
            <a:spLocks/>
          </p:cNvSpPr>
          <p:nvPr/>
        </p:nvSpPr>
        <p:spPr>
          <a:xfrm>
            <a:off x="22542731" y="22913097"/>
            <a:ext cx="10058400" cy="110798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457200" marR="0" lvl="0" indent="-228600" algn="ctr" rtl="0">
              <a:lnSpc>
                <a:spcPct val="100000"/>
              </a:lnSpc>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lnSpc>
                <a:spcPct val="100000"/>
              </a:lnSpc>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lnSpc>
                <a:spcPct val="100000"/>
              </a:lnSpc>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pPr marL="0" indent="0">
              <a:spcBef>
                <a:spcPts val="0"/>
              </a:spcBef>
              <a:buClr>
                <a:srgbClr val="002060"/>
              </a:buClr>
              <a:buSzPts val="6000"/>
            </a:pPr>
            <a:r>
              <a:rPr lang="en-US" sz="6000" dirty="0">
                <a:solidFill>
                  <a:srgbClr val="002060"/>
                </a:solidFill>
                <a:latin typeface="Bookman Old Style"/>
                <a:ea typeface="Bookman Old Style"/>
                <a:cs typeface="Bookman Old Style"/>
                <a:sym typeface="Bookman Old Style"/>
              </a:rPr>
              <a:t>Results &amp; Discussion</a:t>
            </a:r>
            <a:endParaRPr lang="en-US" dirty="0"/>
          </a:p>
        </p:txBody>
      </p:sp>
      <p:sp>
        <p:nvSpPr>
          <p:cNvPr id="10" name="Google Shape;125;p1">
            <a:extLst>
              <a:ext uri="{FF2B5EF4-FFF2-40B4-BE49-F238E27FC236}">
                <a16:creationId xmlns:a16="http://schemas.microsoft.com/office/drawing/2014/main" id="{09CC3B43-B6AB-F825-4017-242F068C7DC1}"/>
              </a:ext>
            </a:extLst>
          </p:cNvPr>
          <p:cNvSpPr txBox="1">
            <a:spLocks/>
          </p:cNvSpPr>
          <p:nvPr/>
        </p:nvSpPr>
        <p:spPr>
          <a:xfrm>
            <a:off x="32976376" y="14819190"/>
            <a:ext cx="10047018" cy="110798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457200" marR="0" lvl="0" indent="-228600" algn="ctr" rtl="0">
              <a:lnSpc>
                <a:spcPct val="100000"/>
              </a:lnSpc>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lnSpc>
                <a:spcPct val="100000"/>
              </a:lnSpc>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lnSpc>
                <a:spcPct val="100000"/>
              </a:lnSpc>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pPr marL="0" indent="0">
              <a:spcBef>
                <a:spcPts val="0"/>
              </a:spcBef>
              <a:buClr>
                <a:srgbClr val="002060"/>
              </a:buClr>
              <a:buSzPts val="6000"/>
            </a:pPr>
            <a:r>
              <a:rPr lang="en-US" sz="6000" dirty="0">
                <a:solidFill>
                  <a:srgbClr val="002060"/>
                </a:solidFill>
                <a:latin typeface="Bookman Old Style"/>
                <a:ea typeface="Bookman Old Style"/>
                <a:cs typeface="Bookman Old Style"/>
                <a:sym typeface="Bookman Old Style"/>
              </a:rPr>
              <a:t>Conclusion</a:t>
            </a:r>
            <a:endParaRPr lang="en-US" dirty="0"/>
          </a:p>
        </p:txBody>
      </p:sp>
      <p:sp>
        <p:nvSpPr>
          <p:cNvPr id="11" name="Google Shape;126;p1">
            <a:extLst>
              <a:ext uri="{FF2B5EF4-FFF2-40B4-BE49-F238E27FC236}">
                <a16:creationId xmlns:a16="http://schemas.microsoft.com/office/drawing/2014/main" id="{28246357-7D36-796E-0D01-479B14B98B21}"/>
              </a:ext>
            </a:extLst>
          </p:cNvPr>
          <p:cNvSpPr txBox="1">
            <a:spLocks/>
          </p:cNvSpPr>
          <p:nvPr/>
        </p:nvSpPr>
        <p:spPr>
          <a:xfrm>
            <a:off x="32884107" y="22607713"/>
            <a:ext cx="10047018" cy="110798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457200" marR="0" lvl="0" indent="-228600" algn="ctr" rtl="0">
              <a:lnSpc>
                <a:spcPct val="100000"/>
              </a:lnSpc>
              <a:spcBef>
                <a:spcPts val="740"/>
              </a:spcBef>
              <a:spcAft>
                <a:spcPts val="0"/>
              </a:spcAft>
              <a:buClr>
                <a:srgbClr val="4B376B"/>
              </a:buClr>
              <a:buSzPts val="3700"/>
              <a:buFont typeface="Arial"/>
              <a:buNone/>
              <a:defRPr sz="3700" b="1" i="0" u="sng" strike="noStrike" cap="none">
                <a:solidFill>
                  <a:srgbClr val="4B376B"/>
                </a:solidFill>
                <a:latin typeface="Calibri"/>
                <a:ea typeface="Calibri"/>
                <a:cs typeface="Calibri"/>
                <a:sym typeface="Calibri"/>
              </a:defRPr>
            </a:lvl1pPr>
            <a:lvl2pPr marL="914400" marR="0" lvl="1" indent="-1085850" algn="l" rtl="0">
              <a:lnSpc>
                <a:spcPct val="100000"/>
              </a:lnSpc>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lnSpc>
                <a:spcPct val="100000"/>
              </a:lnSpc>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pPr marL="0" indent="0">
              <a:spcBef>
                <a:spcPts val="0"/>
              </a:spcBef>
              <a:buClr>
                <a:srgbClr val="002060"/>
              </a:buClr>
              <a:buSzPts val="6000"/>
            </a:pPr>
            <a:r>
              <a:rPr lang="en-US" sz="6000" dirty="0">
                <a:solidFill>
                  <a:srgbClr val="002060"/>
                </a:solidFill>
                <a:latin typeface="Bookman Old Style"/>
                <a:ea typeface="Bookman Old Style"/>
                <a:cs typeface="Bookman Old Style"/>
                <a:sym typeface="Bookman Old Style"/>
              </a:rPr>
              <a:t>References</a:t>
            </a:r>
            <a:endParaRPr lang="en-US" dirty="0"/>
          </a:p>
        </p:txBody>
      </p:sp>
      <p:sp>
        <p:nvSpPr>
          <p:cNvPr id="12" name="Google Shape;127;p1">
            <a:extLst>
              <a:ext uri="{FF2B5EF4-FFF2-40B4-BE49-F238E27FC236}">
                <a16:creationId xmlns:a16="http://schemas.microsoft.com/office/drawing/2014/main" id="{A46939DD-597C-130B-9278-2AAC32B2B44A}"/>
              </a:ext>
            </a:extLst>
          </p:cNvPr>
          <p:cNvSpPr txBox="1">
            <a:spLocks/>
          </p:cNvSpPr>
          <p:nvPr/>
        </p:nvSpPr>
        <p:spPr>
          <a:xfrm>
            <a:off x="446075" y="17755250"/>
            <a:ext cx="10800000" cy="846335"/>
          </a:xfrm>
          <a:prstGeom prst="rect">
            <a:avLst/>
          </a:prstGeom>
          <a:noFill/>
          <a:ln>
            <a:noFill/>
          </a:ln>
        </p:spPr>
        <p:txBody>
          <a:bodyPr spcFirstLastPara="1" wrap="square" lIns="228575" tIns="228575" rIns="228575" bIns="228575"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500"/>
              </a:spcBef>
              <a:spcAft>
                <a:spcPts val="0"/>
              </a:spcAft>
              <a:buClr>
                <a:srgbClr val="4B376B"/>
              </a:buClr>
              <a:buSzPts val="2500"/>
              <a:buFont typeface="Arial"/>
              <a:buNone/>
              <a:defRPr sz="2500" b="0" i="0" u="none" strike="noStrike" cap="none">
                <a:solidFill>
                  <a:srgbClr val="4B376B"/>
                </a:solidFill>
                <a:latin typeface="Times New Roman"/>
                <a:ea typeface="Times New Roman"/>
                <a:cs typeface="Times New Roman"/>
                <a:sym typeface="Times New Roman"/>
              </a:defRPr>
            </a:lvl1pPr>
            <a:lvl2pPr marL="914400" marR="0" lvl="1"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pPr marL="571500" indent="-571500" algn="just">
              <a:spcBef>
                <a:spcPts val="0"/>
              </a:spcBef>
              <a:buClr>
                <a:srgbClr val="002060"/>
              </a:buClr>
              <a:buSzPts val="3600"/>
              <a:buFont typeface="Arial" panose="020B0604020202020204" pitchFamily="34" charset="0"/>
              <a:buChar char="•"/>
            </a:pPr>
            <a:endParaRPr lang="en-US" dirty="0">
              <a:solidFill>
                <a:srgbClr val="FF0000"/>
              </a:solidFill>
              <a:latin typeface="Bookman Old Style"/>
              <a:ea typeface="Bookman Old Style"/>
              <a:cs typeface="Bookman Old Style"/>
              <a:sym typeface="Bookman Old Style"/>
            </a:endParaRPr>
          </a:p>
        </p:txBody>
      </p:sp>
      <p:sp>
        <p:nvSpPr>
          <p:cNvPr id="37" name="Google Shape;154;p1">
            <a:extLst>
              <a:ext uri="{FF2B5EF4-FFF2-40B4-BE49-F238E27FC236}">
                <a16:creationId xmlns:a16="http://schemas.microsoft.com/office/drawing/2014/main" id="{136862EA-D197-C74F-99D4-AB561E8BD381}"/>
              </a:ext>
            </a:extLst>
          </p:cNvPr>
          <p:cNvSpPr txBox="1"/>
          <p:nvPr/>
        </p:nvSpPr>
        <p:spPr>
          <a:xfrm>
            <a:off x="32687837" y="23715701"/>
            <a:ext cx="10439558" cy="7848262"/>
          </a:xfrm>
          <a:prstGeom prst="rect">
            <a:avLst/>
          </a:prstGeom>
          <a:noFill/>
          <a:ln>
            <a:noFill/>
          </a:ln>
        </p:spPr>
        <p:txBody>
          <a:bodyPr spcFirstLastPara="1" wrap="square" lIns="91425" tIns="45700" rIns="91425" bIns="45700" anchor="t" anchorCtr="0">
            <a:spAutoFit/>
          </a:bodyPr>
          <a:lstStyle/>
          <a:p>
            <a:pPr marL="571500" lvl="0" indent="-571500" algn="just">
              <a:buClr>
                <a:srgbClr val="002060"/>
              </a:buClr>
              <a:buSzPts val="3600"/>
              <a:buFont typeface="Arial" panose="020B0604020202020204" pitchFamily="34" charset="0"/>
              <a:buChar char="•"/>
            </a:pPr>
            <a:r>
              <a:rPr lang="en-US" sz="3600" dirty="0">
                <a:solidFill>
                  <a:schemeClr val="tx1">
                    <a:lumMod val="95000"/>
                    <a:lumOff val="5000"/>
                  </a:schemeClr>
                </a:solidFill>
                <a:latin typeface="Bookman Old Style" panose="02050604050505020204" pitchFamily="18" charset="0"/>
              </a:rPr>
              <a:t>Wu, X., et al. (2024). </a:t>
            </a:r>
            <a:r>
              <a:rPr lang="en-US" sz="3600" i="1" dirty="0">
                <a:solidFill>
                  <a:schemeClr val="tx1">
                    <a:lumMod val="95000"/>
                    <a:lumOff val="5000"/>
                  </a:schemeClr>
                </a:solidFill>
                <a:latin typeface="Bookman Old Style" panose="02050604050505020204" pitchFamily="18" charset="0"/>
              </a:rPr>
              <a:t>Knowledge-infused legal wisdom: Navigating LLM consultation through the lens of diagnostics and reinforcement learning</a:t>
            </a:r>
            <a:r>
              <a:rPr lang="en-US" sz="3600" dirty="0">
                <a:solidFill>
                  <a:schemeClr val="tx1">
                    <a:lumMod val="95000"/>
                    <a:lumOff val="5000"/>
                  </a:schemeClr>
                </a:solidFill>
                <a:latin typeface="Bookman Old Style" panose="02050604050505020204" pitchFamily="18" charset="0"/>
              </a:rPr>
              <a:t>. ACL.</a:t>
            </a:r>
          </a:p>
          <a:p>
            <a:pPr marL="571500" lvl="0" indent="-571500" algn="just">
              <a:buClr>
                <a:srgbClr val="002060"/>
              </a:buClr>
              <a:buSzPts val="3600"/>
              <a:buFont typeface="Arial" panose="020B0604020202020204" pitchFamily="34" charset="0"/>
              <a:buChar char="•"/>
            </a:pPr>
            <a:r>
              <a:rPr lang="en-US" sz="3600" dirty="0">
                <a:solidFill>
                  <a:schemeClr val="tx1">
                    <a:lumMod val="95000"/>
                    <a:lumOff val="5000"/>
                  </a:schemeClr>
                </a:solidFill>
                <a:latin typeface="Bookman Old Style" panose="02050604050505020204" pitchFamily="18" charset="0"/>
              </a:rPr>
              <a:t>Yao, Z., et al. (2025). </a:t>
            </a:r>
            <a:r>
              <a:rPr lang="en-US" sz="3600" i="1" dirty="0">
                <a:solidFill>
                  <a:schemeClr val="tx1">
                    <a:lumMod val="95000"/>
                    <a:lumOff val="5000"/>
                  </a:schemeClr>
                </a:solidFill>
                <a:latin typeface="Bookman Old Style" panose="02050604050505020204" pitchFamily="18" charset="0"/>
              </a:rPr>
              <a:t>Elevating legal LLM responses: Harnessing trainable logical structures and semantic knowledge with legal reasoning</a:t>
            </a:r>
            <a:r>
              <a:rPr lang="en-US" sz="3600" dirty="0">
                <a:solidFill>
                  <a:schemeClr val="tx1">
                    <a:lumMod val="95000"/>
                    <a:lumOff val="5000"/>
                  </a:schemeClr>
                </a:solidFill>
                <a:latin typeface="Bookman Old Style" panose="02050604050505020204" pitchFamily="18" charset="0"/>
              </a:rPr>
              <a:t>. NAACL.</a:t>
            </a:r>
          </a:p>
          <a:p>
            <a:pPr marL="571500" lvl="0" indent="-571500" algn="just">
              <a:buClr>
                <a:srgbClr val="002060"/>
              </a:buClr>
              <a:buSzPts val="3600"/>
              <a:buFont typeface="Arial" panose="020B0604020202020204" pitchFamily="34" charset="0"/>
              <a:buChar char="•"/>
            </a:pPr>
            <a:r>
              <a:rPr lang="en-US" sz="3600" dirty="0">
                <a:solidFill>
                  <a:schemeClr val="tx1">
                    <a:lumMod val="95000"/>
                    <a:lumOff val="5000"/>
                  </a:schemeClr>
                </a:solidFill>
                <a:latin typeface="Bookman Old Style" panose="02050604050505020204" pitchFamily="18" charset="0"/>
              </a:rPr>
              <a:t>Carter, R., et al. (2025). </a:t>
            </a:r>
            <a:r>
              <a:rPr lang="en-US" sz="3600" i="1" dirty="0">
                <a:solidFill>
                  <a:schemeClr val="tx1">
                    <a:lumMod val="95000"/>
                    <a:lumOff val="5000"/>
                  </a:schemeClr>
                </a:solidFill>
                <a:latin typeface="Bookman Old Style" panose="02050604050505020204" pitchFamily="18" charset="0"/>
              </a:rPr>
              <a:t>Neuro-symbolic AI for real-time anti-money laundering systems</a:t>
            </a:r>
            <a:r>
              <a:rPr lang="en-US" sz="3600" dirty="0">
                <a:solidFill>
                  <a:schemeClr val="tx1">
                    <a:lumMod val="95000"/>
                    <a:lumOff val="5000"/>
                  </a:schemeClr>
                </a:solidFill>
                <a:latin typeface="Bookman Old Style" panose="02050604050505020204" pitchFamily="18" charset="0"/>
              </a:rPr>
              <a:t>. ResearchGate.</a:t>
            </a:r>
          </a:p>
          <a:p>
            <a:pPr marL="571500" lvl="0" indent="-571500" algn="just">
              <a:buClr>
                <a:srgbClr val="002060"/>
              </a:buClr>
              <a:buSzPts val="3600"/>
              <a:buFont typeface="Arial" panose="020B0604020202020204" pitchFamily="34" charset="0"/>
              <a:buChar char="•"/>
            </a:pPr>
            <a:r>
              <a:rPr lang="en-US" sz="3600" dirty="0">
                <a:solidFill>
                  <a:schemeClr val="tx1">
                    <a:lumMod val="95000"/>
                    <a:lumOff val="5000"/>
                  </a:schemeClr>
                </a:solidFill>
                <a:latin typeface="Bookman Old Style" panose="02050604050505020204" pitchFamily="18" charset="0"/>
              </a:rPr>
              <a:t>Hsia, Y., et al. (2025). </a:t>
            </a:r>
            <a:r>
              <a:rPr lang="en-US" sz="3600" i="1" dirty="0">
                <a:solidFill>
                  <a:schemeClr val="tx1">
                    <a:lumMod val="95000"/>
                    <a:lumOff val="5000"/>
                  </a:schemeClr>
                </a:solidFill>
                <a:latin typeface="Bookman Old Style" panose="02050604050505020204" pitchFamily="18" charset="0"/>
              </a:rPr>
              <a:t>Neuro-symbolic compliance: Integrating LLMs and SMT for automated financial legal analysis</a:t>
            </a:r>
            <a:r>
              <a:rPr lang="en-US" sz="3600" dirty="0">
                <a:solidFill>
                  <a:schemeClr val="tx1">
                    <a:lumMod val="95000"/>
                    <a:lumOff val="5000"/>
                  </a:schemeClr>
                </a:solidFill>
                <a:latin typeface="Bookman Old Style" panose="02050604050505020204" pitchFamily="18" charset="0"/>
              </a:rPr>
              <a:t>. </a:t>
            </a:r>
            <a:r>
              <a:rPr lang="en-US" sz="3600" dirty="0" err="1">
                <a:solidFill>
                  <a:schemeClr val="tx1">
                    <a:lumMod val="95000"/>
                    <a:lumOff val="5000"/>
                  </a:schemeClr>
                </a:solidFill>
                <a:latin typeface="Bookman Old Style" panose="02050604050505020204" pitchFamily="18" charset="0"/>
              </a:rPr>
              <a:t>AIware</a:t>
            </a:r>
            <a:r>
              <a:rPr lang="en-US" sz="3600" dirty="0">
                <a:solidFill>
                  <a:schemeClr val="tx1">
                    <a:lumMod val="95000"/>
                    <a:lumOff val="5000"/>
                  </a:schemeClr>
                </a:solidFill>
                <a:latin typeface="Bookman Old Style" panose="02050604050505020204" pitchFamily="18" charset="0"/>
              </a:rPr>
              <a:t>.</a:t>
            </a:r>
            <a:endParaRPr sz="3600" dirty="0">
              <a:solidFill>
                <a:schemeClr val="tx1">
                  <a:lumMod val="95000"/>
                  <a:lumOff val="5000"/>
                </a:schemeClr>
              </a:solidFill>
              <a:latin typeface="Bookman Old Style" panose="02050604050505020204" pitchFamily="18" charset="0"/>
            </a:endParaRPr>
          </a:p>
        </p:txBody>
      </p:sp>
      <p:graphicFrame>
        <p:nvGraphicFramePr>
          <p:cNvPr id="39" name="Google Shape;156;p1">
            <a:extLst>
              <a:ext uri="{FF2B5EF4-FFF2-40B4-BE49-F238E27FC236}">
                <a16:creationId xmlns:a16="http://schemas.microsoft.com/office/drawing/2014/main" id="{C3C0B9CC-C856-5166-620B-A3269026C19D}"/>
              </a:ext>
            </a:extLst>
          </p:cNvPr>
          <p:cNvGraphicFramePr/>
          <p:nvPr>
            <p:extLst>
              <p:ext uri="{D42A27DB-BD31-4B8C-83A1-F6EECF244321}">
                <p14:modId xmlns:p14="http://schemas.microsoft.com/office/powerpoint/2010/main" val="4181036697"/>
              </p:ext>
            </p:extLst>
          </p:nvPr>
        </p:nvGraphicFramePr>
        <p:xfrm>
          <a:off x="22822114" y="24874352"/>
          <a:ext cx="9201600" cy="5760000"/>
        </p:xfrm>
        <a:graphic>
          <a:graphicData uri="http://schemas.openxmlformats.org/drawingml/2006/table">
            <a:tbl>
              <a:tblPr firstRow="1" firstCol="1" bandRow="1">
                <a:tableStyleId>{2D5ABB26-0587-4C30-8999-92F81FD0307C}</a:tableStyleId>
              </a:tblPr>
              <a:tblGrid>
                <a:gridCol w="5129251">
                  <a:extLst>
                    <a:ext uri="{9D8B030D-6E8A-4147-A177-3AD203B41FA5}">
                      <a16:colId xmlns:a16="http://schemas.microsoft.com/office/drawing/2014/main" val="20000"/>
                    </a:ext>
                  </a:extLst>
                </a:gridCol>
                <a:gridCol w="4072349">
                  <a:extLst>
                    <a:ext uri="{9D8B030D-6E8A-4147-A177-3AD203B41FA5}">
                      <a16:colId xmlns:a16="http://schemas.microsoft.com/office/drawing/2014/main" val="20002"/>
                    </a:ext>
                  </a:extLst>
                </a:gridCol>
              </a:tblGrid>
              <a:tr h="720000">
                <a:tc>
                  <a:txBody>
                    <a:bodyPr/>
                    <a:lstStyle/>
                    <a:p>
                      <a:pPr marL="0" marR="0" lvl="0" indent="0" algn="l" rtl="0">
                        <a:lnSpc>
                          <a:spcPct val="107000"/>
                        </a:lnSpc>
                        <a:spcBef>
                          <a:spcPts val="0"/>
                        </a:spcBef>
                        <a:spcAft>
                          <a:spcPts val="0"/>
                        </a:spcAft>
                        <a:buClr>
                          <a:schemeClr val="dk1"/>
                        </a:buClr>
                        <a:buSzPts val="3200"/>
                        <a:buFont typeface="Bookman Old Style"/>
                        <a:buNone/>
                      </a:pPr>
                      <a:r>
                        <a:rPr lang="en-US" sz="3600" b="1" dirty="0">
                          <a:solidFill>
                            <a:schemeClr val="tx1">
                              <a:lumMod val="95000"/>
                              <a:lumOff val="5000"/>
                            </a:schemeClr>
                          </a:solidFill>
                          <a:latin typeface="Bookman Old Style" panose="02050604050505020204" pitchFamily="18" charset="0"/>
                          <a:sym typeface="Bookman Old Style"/>
                        </a:rPr>
                        <a:t>Metric</a:t>
                      </a:r>
                      <a:endParaRPr sz="3600" b="1" dirty="0">
                        <a:solidFill>
                          <a:schemeClr val="tx1">
                            <a:lumMod val="95000"/>
                            <a:lumOff val="5000"/>
                          </a:schemeClr>
                        </a:solidFill>
                        <a:latin typeface="Bookman Old Style" panose="02050604050505020204" pitchFamily="18" charset="0"/>
                        <a:ea typeface="Bookman Old Style"/>
                        <a:cs typeface="Bookman Old Style"/>
                        <a:sym typeface="Bookman Old Style"/>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7000"/>
                        </a:lnSpc>
                        <a:spcBef>
                          <a:spcPts val="0"/>
                        </a:spcBef>
                        <a:spcAft>
                          <a:spcPts val="0"/>
                        </a:spcAft>
                        <a:buClr>
                          <a:schemeClr val="dk1"/>
                        </a:buClr>
                        <a:buSzPts val="3200"/>
                        <a:buFont typeface="Bookman Old Style"/>
                        <a:buNone/>
                      </a:pPr>
                      <a:r>
                        <a:rPr lang="en-US" sz="3600" b="1" dirty="0">
                          <a:solidFill>
                            <a:schemeClr val="tx1">
                              <a:lumMod val="95000"/>
                              <a:lumOff val="5000"/>
                            </a:schemeClr>
                          </a:solidFill>
                          <a:latin typeface="Bookman Old Style" panose="02050604050505020204" pitchFamily="18" charset="0"/>
                          <a:sym typeface="Bookman Old Style"/>
                        </a:rPr>
                        <a:t>Value</a:t>
                      </a:r>
                      <a:endParaRPr sz="3600" b="1" dirty="0">
                        <a:solidFill>
                          <a:schemeClr val="tx1">
                            <a:lumMod val="95000"/>
                            <a:lumOff val="5000"/>
                          </a:schemeClr>
                        </a:solidFill>
                        <a:latin typeface="Bookman Old Style" panose="02050604050505020204" pitchFamily="18" charset="0"/>
                        <a:ea typeface="Bookman Old Style"/>
                        <a:cs typeface="Bookman Old Style"/>
                        <a:sym typeface="Bookman Old Style"/>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20000">
                <a:tc>
                  <a:txBody>
                    <a:bodyPr/>
                    <a:lstStyle/>
                    <a:p>
                      <a:pPr marL="0" marR="0" lvl="0" indent="0" algn="l" rtl="0">
                        <a:lnSpc>
                          <a:spcPct val="107000"/>
                        </a:lnSpc>
                        <a:spcBef>
                          <a:spcPts val="0"/>
                        </a:spcBef>
                        <a:spcAft>
                          <a:spcPts val="0"/>
                        </a:spcAft>
                        <a:buClr>
                          <a:schemeClr val="dk1"/>
                        </a:buClr>
                        <a:buSzPts val="3200"/>
                        <a:buFont typeface="Bookman Old Style"/>
                        <a:buNone/>
                      </a:pPr>
                      <a:r>
                        <a:rPr lang="en-US" sz="3600" b="0" dirty="0">
                          <a:solidFill>
                            <a:schemeClr val="tx1">
                              <a:lumMod val="95000"/>
                              <a:lumOff val="5000"/>
                            </a:schemeClr>
                          </a:solidFill>
                          <a:latin typeface="Bookman Old Style" panose="02050604050505020204" pitchFamily="18" charset="0"/>
                          <a:sym typeface="Bookman Old Style"/>
                        </a:rPr>
                        <a:t>Accuracy</a:t>
                      </a:r>
                      <a:endParaRPr sz="3600" b="0" dirty="0">
                        <a:solidFill>
                          <a:schemeClr val="tx1">
                            <a:lumMod val="95000"/>
                            <a:lumOff val="5000"/>
                          </a:schemeClr>
                        </a:solidFill>
                        <a:latin typeface="Bookman Old Style" panose="02050604050505020204" pitchFamily="18" charset="0"/>
                        <a:ea typeface="Bookman Old Style"/>
                        <a:cs typeface="Bookman Old Style"/>
                        <a:sym typeface="Bookman Old Style"/>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7000"/>
                        </a:lnSpc>
                        <a:spcBef>
                          <a:spcPts val="0"/>
                        </a:spcBef>
                        <a:spcAft>
                          <a:spcPts val="0"/>
                        </a:spcAft>
                        <a:buClr>
                          <a:schemeClr val="dk1"/>
                        </a:buClr>
                        <a:buSzPts val="3200"/>
                        <a:buFont typeface="Bookman Old Style"/>
                        <a:buNone/>
                      </a:pPr>
                      <a:r>
                        <a:rPr lang="en-US" sz="3600" dirty="0">
                          <a:solidFill>
                            <a:schemeClr val="tx1">
                              <a:lumMod val="95000"/>
                              <a:lumOff val="5000"/>
                            </a:schemeClr>
                          </a:solidFill>
                          <a:latin typeface="Bookman Old Style" panose="02050604050505020204" pitchFamily="18" charset="0"/>
                          <a:sym typeface="Bookman Old Style"/>
                        </a:rPr>
                        <a:t>81.2%</a:t>
                      </a:r>
                      <a:endParaRPr sz="3600" dirty="0">
                        <a:solidFill>
                          <a:schemeClr val="tx1">
                            <a:lumMod val="95000"/>
                            <a:lumOff val="5000"/>
                          </a:schemeClr>
                        </a:solidFill>
                        <a:latin typeface="Bookman Old Style" panose="02050604050505020204" pitchFamily="18" charset="0"/>
                        <a:ea typeface="Bookman Old Style"/>
                        <a:cs typeface="Bookman Old Style"/>
                        <a:sym typeface="Bookman Old Style"/>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20000">
                <a:tc>
                  <a:txBody>
                    <a:bodyPr/>
                    <a:lstStyle/>
                    <a:p>
                      <a:pPr marL="0" marR="0" lvl="0" indent="0" algn="l" rtl="0">
                        <a:lnSpc>
                          <a:spcPct val="107000"/>
                        </a:lnSpc>
                        <a:spcBef>
                          <a:spcPts val="0"/>
                        </a:spcBef>
                        <a:spcAft>
                          <a:spcPts val="0"/>
                        </a:spcAft>
                        <a:buClr>
                          <a:schemeClr val="dk1"/>
                        </a:buClr>
                        <a:buSzPts val="3200"/>
                        <a:buFont typeface="Bookman Old Style"/>
                        <a:buNone/>
                      </a:pPr>
                      <a:r>
                        <a:rPr lang="en-US" sz="3600" b="0" dirty="0">
                          <a:solidFill>
                            <a:schemeClr val="tx1">
                              <a:lumMod val="95000"/>
                              <a:lumOff val="5000"/>
                            </a:schemeClr>
                          </a:solidFill>
                          <a:latin typeface="Bookman Old Style" panose="02050604050505020204" pitchFamily="18" charset="0"/>
                          <a:sym typeface="Bookman Old Style"/>
                        </a:rPr>
                        <a:t>Precision</a:t>
                      </a:r>
                      <a:endParaRPr sz="3600" b="0" dirty="0">
                        <a:solidFill>
                          <a:schemeClr val="tx1">
                            <a:lumMod val="95000"/>
                            <a:lumOff val="5000"/>
                          </a:schemeClr>
                        </a:solidFill>
                        <a:latin typeface="Bookman Old Style" panose="02050604050505020204" pitchFamily="18" charset="0"/>
                        <a:ea typeface="Bookman Old Style"/>
                        <a:cs typeface="Bookman Old Style"/>
                        <a:sym typeface="Bookman Old Style"/>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7000"/>
                        </a:lnSpc>
                        <a:spcBef>
                          <a:spcPts val="0"/>
                        </a:spcBef>
                        <a:spcAft>
                          <a:spcPts val="0"/>
                        </a:spcAft>
                        <a:buClr>
                          <a:schemeClr val="dk1"/>
                        </a:buClr>
                        <a:buSzPts val="3200"/>
                        <a:buFont typeface="Bookman Old Style"/>
                        <a:buNone/>
                      </a:pPr>
                      <a:r>
                        <a:rPr lang="en-US" sz="3600" dirty="0">
                          <a:solidFill>
                            <a:schemeClr val="tx1">
                              <a:lumMod val="95000"/>
                              <a:lumOff val="5000"/>
                            </a:schemeClr>
                          </a:solidFill>
                          <a:latin typeface="Bookman Old Style" panose="02050604050505020204" pitchFamily="18" charset="0"/>
                          <a:sym typeface="Bookman Old Style"/>
                        </a:rPr>
                        <a:t>93.1%</a:t>
                      </a:r>
                      <a:endParaRPr sz="3600" dirty="0">
                        <a:solidFill>
                          <a:schemeClr val="tx1">
                            <a:lumMod val="95000"/>
                            <a:lumOff val="5000"/>
                          </a:schemeClr>
                        </a:solidFill>
                        <a:latin typeface="Bookman Old Style" panose="02050604050505020204" pitchFamily="18" charset="0"/>
                        <a:ea typeface="Bookman Old Style"/>
                        <a:cs typeface="Bookman Old Style"/>
                        <a:sym typeface="Bookman Old Style"/>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20000">
                <a:tc>
                  <a:txBody>
                    <a:bodyPr/>
                    <a:lstStyle/>
                    <a:p>
                      <a:pPr marL="0" marR="0" lvl="0" indent="0" algn="l" rtl="0">
                        <a:lnSpc>
                          <a:spcPct val="107000"/>
                        </a:lnSpc>
                        <a:spcBef>
                          <a:spcPts val="0"/>
                        </a:spcBef>
                        <a:spcAft>
                          <a:spcPts val="0"/>
                        </a:spcAft>
                        <a:buClr>
                          <a:schemeClr val="dk1"/>
                        </a:buClr>
                        <a:buSzPts val="3200"/>
                        <a:buFont typeface="Bookman Old Style"/>
                        <a:buNone/>
                      </a:pPr>
                      <a:r>
                        <a:rPr lang="en-US" sz="3600" b="0" dirty="0">
                          <a:solidFill>
                            <a:schemeClr val="tx1">
                              <a:lumMod val="95000"/>
                              <a:lumOff val="5000"/>
                            </a:schemeClr>
                          </a:solidFill>
                          <a:latin typeface="Bookman Old Style" panose="02050604050505020204" pitchFamily="18" charset="0"/>
                          <a:sym typeface="Bookman Old Style"/>
                        </a:rPr>
                        <a:t>Recall</a:t>
                      </a:r>
                      <a:endParaRPr sz="3600" b="0" dirty="0">
                        <a:solidFill>
                          <a:schemeClr val="tx1">
                            <a:lumMod val="95000"/>
                            <a:lumOff val="5000"/>
                          </a:schemeClr>
                        </a:solidFill>
                        <a:latin typeface="Bookman Old Style" panose="02050604050505020204" pitchFamily="18" charset="0"/>
                        <a:ea typeface="Bookman Old Style"/>
                        <a:cs typeface="Bookman Old Style"/>
                        <a:sym typeface="Bookman Old Style"/>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107000"/>
                        </a:lnSpc>
                        <a:spcBef>
                          <a:spcPts val="0"/>
                        </a:spcBef>
                        <a:spcAft>
                          <a:spcPts val="0"/>
                        </a:spcAft>
                        <a:buClr>
                          <a:schemeClr val="dk1"/>
                        </a:buClr>
                        <a:buSzPts val="3200"/>
                        <a:buFont typeface="Bookman Old Style"/>
                        <a:buNone/>
                      </a:pPr>
                      <a:r>
                        <a:rPr lang="en-US" sz="3600" dirty="0">
                          <a:solidFill>
                            <a:schemeClr val="tx1">
                              <a:lumMod val="95000"/>
                              <a:lumOff val="5000"/>
                            </a:schemeClr>
                          </a:solidFill>
                          <a:latin typeface="Bookman Old Style" panose="02050604050505020204" pitchFamily="18" charset="0"/>
                          <a:sym typeface="Bookman Old Style"/>
                        </a:rPr>
                        <a:t>56.6%</a:t>
                      </a:r>
                      <a:endParaRPr sz="3600" dirty="0">
                        <a:solidFill>
                          <a:schemeClr val="tx1">
                            <a:lumMod val="95000"/>
                            <a:lumOff val="5000"/>
                          </a:schemeClr>
                        </a:solidFill>
                        <a:latin typeface="Bookman Old Style" panose="02050604050505020204" pitchFamily="18" charset="0"/>
                        <a:ea typeface="Bookman Old Style"/>
                        <a:cs typeface="Bookman Old Style"/>
                        <a:sym typeface="Bookman Old Style"/>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20000">
                <a:tc>
                  <a:txBody>
                    <a:bodyPr/>
                    <a:lstStyle/>
                    <a:p>
                      <a:pPr marL="0" marR="0" lvl="0" indent="0" algn="l" rtl="0">
                        <a:lnSpc>
                          <a:spcPct val="107000"/>
                        </a:lnSpc>
                        <a:spcBef>
                          <a:spcPts val="0"/>
                        </a:spcBef>
                        <a:spcAft>
                          <a:spcPts val="0"/>
                        </a:spcAft>
                        <a:buClr>
                          <a:schemeClr val="dk1"/>
                        </a:buClr>
                        <a:buSzPts val="3200"/>
                        <a:buFont typeface="Bookman Old Style"/>
                        <a:buNone/>
                      </a:pPr>
                      <a:r>
                        <a:rPr lang="en-US" sz="3600" b="0" dirty="0">
                          <a:solidFill>
                            <a:schemeClr val="tx1">
                              <a:lumMod val="95000"/>
                              <a:lumOff val="5000"/>
                            </a:schemeClr>
                          </a:solidFill>
                          <a:latin typeface="Bookman Old Style" panose="02050604050505020204" pitchFamily="18" charset="0"/>
                          <a:sym typeface="Bookman Old Style"/>
                        </a:rPr>
                        <a:t>F1-Score</a:t>
                      </a:r>
                      <a:endParaRPr sz="3600" b="0" dirty="0">
                        <a:solidFill>
                          <a:schemeClr val="tx1">
                            <a:lumMod val="95000"/>
                            <a:lumOff val="5000"/>
                          </a:schemeClr>
                        </a:solidFill>
                        <a:latin typeface="Bookman Old Style" panose="02050604050505020204" pitchFamily="18" charset="0"/>
                        <a:ea typeface="Bookman Old Style"/>
                        <a:cs typeface="Bookman Old Style"/>
                        <a:sym typeface="Bookman Old Style"/>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7000"/>
                        </a:lnSpc>
                        <a:spcBef>
                          <a:spcPts val="0"/>
                        </a:spcBef>
                        <a:spcAft>
                          <a:spcPts val="0"/>
                        </a:spcAft>
                        <a:buClr>
                          <a:schemeClr val="dk1"/>
                        </a:buClr>
                        <a:buSzPts val="3200"/>
                        <a:buFont typeface="Bookman Old Style"/>
                        <a:buNone/>
                      </a:pPr>
                      <a:r>
                        <a:rPr lang="en-US" sz="3600" dirty="0">
                          <a:solidFill>
                            <a:schemeClr val="tx1">
                              <a:lumMod val="95000"/>
                              <a:lumOff val="5000"/>
                            </a:schemeClr>
                          </a:solidFill>
                          <a:latin typeface="Bookman Old Style" panose="02050604050505020204" pitchFamily="18" charset="0"/>
                          <a:sym typeface="Bookman Old Style"/>
                        </a:rPr>
                        <a:t>70.4%</a:t>
                      </a:r>
                      <a:endParaRPr sz="3600" dirty="0">
                        <a:solidFill>
                          <a:schemeClr val="tx1">
                            <a:lumMod val="95000"/>
                            <a:lumOff val="5000"/>
                          </a:schemeClr>
                        </a:solidFill>
                        <a:latin typeface="Bookman Old Style" panose="02050604050505020204" pitchFamily="18" charset="0"/>
                        <a:ea typeface="Bookman Old Style"/>
                        <a:cs typeface="Bookman Old Style"/>
                        <a:sym typeface="Bookman Old Style"/>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720000">
                <a:tc>
                  <a:txBody>
                    <a:bodyPr/>
                    <a:lstStyle/>
                    <a:p>
                      <a:pPr marL="0" marR="0" lvl="0" indent="0" algn="l" rtl="0">
                        <a:lnSpc>
                          <a:spcPct val="107000"/>
                        </a:lnSpc>
                        <a:spcBef>
                          <a:spcPts val="0"/>
                        </a:spcBef>
                        <a:spcAft>
                          <a:spcPts val="0"/>
                        </a:spcAft>
                        <a:buClr>
                          <a:schemeClr val="dk1"/>
                        </a:buClr>
                        <a:buSzPts val="3200"/>
                        <a:buFont typeface="Bookman Old Style"/>
                        <a:buNone/>
                      </a:pPr>
                      <a:r>
                        <a:rPr lang="en-US" sz="3600" b="0" dirty="0">
                          <a:solidFill>
                            <a:schemeClr val="tx1">
                              <a:lumMod val="95000"/>
                              <a:lumOff val="5000"/>
                            </a:schemeClr>
                          </a:solidFill>
                          <a:latin typeface="Bookman Old Style" panose="02050604050505020204" pitchFamily="18" charset="0"/>
                          <a:sym typeface="Bookman Old Style"/>
                        </a:rPr>
                        <a:t>Hallucination Rate</a:t>
                      </a:r>
                      <a:endParaRPr sz="3600" b="0" dirty="0">
                        <a:solidFill>
                          <a:schemeClr val="tx1">
                            <a:lumMod val="95000"/>
                            <a:lumOff val="5000"/>
                          </a:schemeClr>
                        </a:solidFill>
                        <a:latin typeface="Bookman Old Style" panose="02050604050505020204" pitchFamily="18" charset="0"/>
                        <a:ea typeface="Bookman Old Style"/>
                        <a:cs typeface="Bookman Old Style"/>
                        <a:sym typeface="Bookman Old Style"/>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7000"/>
                        </a:lnSpc>
                        <a:spcBef>
                          <a:spcPts val="0"/>
                        </a:spcBef>
                        <a:spcAft>
                          <a:spcPts val="0"/>
                        </a:spcAft>
                        <a:buClr>
                          <a:schemeClr val="dk1"/>
                        </a:buClr>
                        <a:buSzPts val="3200"/>
                        <a:buFont typeface="Bookman Old Style"/>
                        <a:buNone/>
                      </a:pPr>
                      <a:r>
                        <a:rPr lang="en-US" sz="3600" dirty="0">
                          <a:solidFill>
                            <a:schemeClr val="tx1">
                              <a:lumMod val="95000"/>
                              <a:lumOff val="5000"/>
                            </a:schemeClr>
                          </a:solidFill>
                          <a:latin typeface="Bookman Old Style" panose="02050604050505020204" pitchFamily="18" charset="0"/>
                          <a:sym typeface="Bookman Old Style"/>
                        </a:rPr>
                        <a:t>1%</a:t>
                      </a:r>
                      <a:endParaRPr sz="3600" dirty="0">
                        <a:solidFill>
                          <a:schemeClr val="tx1">
                            <a:lumMod val="95000"/>
                            <a:lumOff val="5000"/>
                          </a:schemeClr>
                        </a:solidFill>
                        <a:latin typeface="Bookman Old Style" panose="02050604050505020204" pitchFamily="18" charset="0"/>
                        <a:ea typeface="Bookman Old Style"/>
                        <a:cs typeface="Bookman Old Style"/>
                        <a:sym typeface="Bookman Old Style"/>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720000">
                <a:tc>
                  <a:txBody>
                    <a:bodyPr/>
                    <a:lstStyle/>
                    <a:p>
                      <a:pPr marL="0" marR="0" lvl="0" indent="0" algn="l" rtl="0">
                        <a:lnSpc>
                          <a:spcPct val="107000"/>
                        </a:lnSpc>
                        <a:spcBef>
                          <a:spcPts val="0"/>
                        </a:spcBef>
                        <a:spcAft>
                          <a:spcPts val="0"/>
                        </a:spcAft>
                        <a:buClr>
                          <a:schemeClr val="dk1"/>
                        </a:buClr>
                        <a:buSzPts val="3200"/>
                        <a:buFont typeface="Bookman Old Style"/>
                        <a:buNone/>
                      </a:pPr>
                      <a:r>
                        <a:rPr lang="en-US" sz="3600" b="0" dirty="0">
                          <a:solidFill>
                            <a:schemeClr val="tx1">
                              <a:lumMod val="95000"/>
                              <a:lumOff val="5000"/>
                            </a:schemeClr>
                          </a:solidFill>
                          <a:latin typeface="Bookman Old Style" panose="02050604050505020204" pitchFamily="18" charset="0"/>
                          <a:sym typeface="Bookman Old Style"/>
                        </a:rPr>
                        <a:t>Traceability Coverage</a:t>
                      </a:r>
                      <a:endParaRPr sz="3600" b="0" dirty="0">
                        <a:solidFill>
                          <a:schemeClr val="tx1">
                            <a:lumMod val="95000"/>
                            <a:lumOff val="5000"/>
                          </a:schemeClr>
                        </a:solidFill>
                        <a:latin typeface="Bookman Old Style" panose="02050604050505020204" pitchFamily="18" charset="0"/>
                        <a:ea typeface="Bookman Old Style"/>
                        <a:cs typeface="Bookman Old Style"/>
                        <a:sym typeface="Bookman Old Style"/>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7000"/>
                        </a:lnSpc>
                        <a:spcBef>
                          <a:spcPts val="0"/>
                        </a:spcBef>
                        <a:spcAft>
                          <a:spcPts val="0"/>
                        </a:spcAft>
                        <a:buClr>
                          <a:schemeClr val="dk1"/>
                        </a:buClr>
                        <a:buSzPts val="3200"/>
                        <a:buFont typeface="Bookman Old Style"/>
                        <a:buNone/>
                      </a:pPr>
                      <a:r>
                        <a:rPr lang="en-US" sz="3600" dirty="0">
                          <a:solidFill>
                            <a:schemeClr val="tx1">
                              <a:lumMod val="95000"/>
                              <a:lumOff val="5000"/>
                            </a:schemeClr>
                          </a:solidFill>
                          <a:latin typeface="Bookman Old Style" panose="02050604050505020204" pitchFamily="18" charset="0"/>
                          <a:sym typeface="Bookman Old Style"/>
                        </a:rPr>
                        <a:t>98%</a:t>
                      </a:r>
                      <a:endParaRPr sz="3600" dirty="0">
                        <a:solidFill>
                          <a:schemeClr val="tx1">
                            <a:lumMod val="95000"/>
                            <a:lumOff val="5000"/>
                          </a:schemeClr>
                        </a:solidFill>
                        <a:latin typeface="Bookman Old Style" panose="02050604050505020204" pitchFamily="18" charset="0"/>
                        <a:ea typeface="Bookman Old Style"/>
                        <a:cs typeface="Bookman Old Style"/>
                        <a:sym typeface="Bookman Old Style"/>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720000">
                <a:tc>
                  <a:txBody>
                    <a:bodyPr/>
                    <a:lstStyle/>
                    <a:p>
                      <a:pPr marL="0" marR="0" lvl="0" indent="0" algn="l" rtl="0">
                        <a:lnSpc>
                          <a:spcPct val="107000"/>
                        </a:lnSpc>
                        <a:spcBef>
                          <a:spcPts val="0"/>
                        </a:spcBef>
                        <a:spcAft>
                          <a:spcPts val="0"/>
                        </a:spcAft>
                        <a:buClr>
                          <a:schemeClr val="dk1"/>
                        </a:buClr>
                        <a:buSzPts val="3200"/>
                        <a:buFont typeface="Bookman Old Style"/>
                        <a:buNone/>
                      </a:pPr>
                      <a:r>
                        <a:rPr lang="en-US" sz="3600" b="0" dirty="0">
                          <a:solidFill>
                            <a:schemeClr val="tx1">
                              <a:lumMod val="95000"/>
                              <a:lumOff val="5000"/>
                            </a:schemeClr>
                          </a:solidFill>
                          <a:latin typeface="Bookman Old Style" panose="02050604050505020204" pitchFamily="18" charset="0"/>
                          <a:sym typeface="Bookman Old Style"/>
                        </a:rPr>
                        <a:t>Logical Consistency</a:t>
                      </a:r>
                      <a:endParaRPr sz="3600" b="0" dirty="0">
                        <a:solidFill>
                          <a:schemeClr val="tx1">
                            <a:lumMod val="95000"/>
                            <a:lumOff val="5000"/>
                          </a:schemeClr>
                        </a:solidFill>
                        <a:latin typeface="Bookman Old Style" panose="02050604050505020204" pitchFamily="18" charset="0"/>
                        <a:ea typeface="Bookman Old Style"/>
                        <a:cs typeface="Bookman Old Style"/>
                        <a:sym typeface="Bookman Old Style"/>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7000"/>
                        </a:lnSpc>
                        <a:spcBef>
                          <a:spcPts val="0"/>
                        </a:spcBef>
                        <a:spcAft>
                          <a:spcPts val="0"/>
                        </a:spcAft>
                        <a:buClr>
                          <a:schemeClr val="dk1"/>
                        </a:buClr>
                        <a:buSzPts val="3200"/>
                        <a:buFont typeface="Bookman Old Style"/>
                        <a:buNone/>
                      </a:pPr>
                      <a:r>
                        <a:rPr lang="en-US" sz="3600" dirty="0">
                          <a:solidFill>
                            <a:schemeClr val="tx1">
                              <a:lumMod val="95000"/>
                              <a:lumOff val="5000"/>
                            </a:schemeClr>
                          </a:solidFill>
                          <a:latin typeface="Bookman Old Style" panose="02050604050505020204" pitchFamily="18" charset="0"/>
                          <a:sym typeface="Bookman Old Style"/>
                        </a:rPr>
                        <a:t>97%</a:t>
                      </a:r>
                      <a:endParaRPr sz="3600" dirty="0">
                        <a:solidFill>
                          <a:schemeClr val="tx1">
                            <a:lumMod val="95000"/>
                            <a:lumOff val="5000"/>
                          </a:schemeClr>
                        </a:solidFill>
                        <a:latin typeface="Bookman Old Style" panose="02050604050505020204" pitchFamily="18" charset="0"/>
                        <a:ea typeface="Bookman Old Style"/>
                        <a:cs typeface="Bookman Old Style"/>
                        <a:sym typeface="Bookman Old Style"/>
                      </a:endParaRPr>
                    </a:p>
                  </a:txBody>
                  <a:tcPr marL="68575" marR="685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0045662"/>
                  </a:ext>
                </a:extLst>
              </a:tr>
            </a:tbl>
          </a:graphicData>
        </a:graphic>
      </p:graphicFrame>
      <p:sp>
        <p:nvSpPr>
          <p:cNvPr id="47" name="Google Shape;165;p1">
            <a:extLst>
              <a:ext uri="{FF2B5EF4-FFF2-40B4-BE49-F238E27FC236}">
                <a16:creationId xmlns:a16="http://schemas.microsoft.com/office/drawing/2014/main" id="{0E6E5069-B0D3-ED8C-4151-FF0D43449496}"/>
              </a:ext>
            </a:extLst>
          </p:cNvPr>
          <p:cNvSpPr txBox="1"/>
          <p:nvPr/>
        </p:nvSpPr>
        <p:spPr>
          <a:xfrm>
            <a:off x="32675373" y="16006221"/>
            <a:ext cx="10439558" cy="6740266"/>
          </a:xfrm>
          <a:prstGeom prst="rect">
            <a:avLst/>
          </a:prstGeom>
          <a:noFill/>
          <a:ln>
            <a:noFill/>
          </a:ln>
        </p:spPr>
        <p:txBody>
          <a:bodyPr spcFirstLastPara="1" wrap="square" lIns="91425" tIns="45700" rIns="91425" bIns="45700" anchor="t" anchorCtr="0">
            <a:spAutoFit/>
          </a:bodyPr>
          <a:lstStyle/>
          <a:p>
            <a:pPr algn="just"/>
            <a:r>
              <a:rPr lang="en-US" sz="3600" dirty="0" err="1">
                <a:solidFill>
                  <a:schemeClr val="tx1">
                    <a:lumMod val="95000"/>
                    <a:lumOff val="5000"/>
                  </a:schemeClr>
                </a:solidFill>
                <a:latin typeface="Bookman Old Style" panose="02050604050505020204" pitchFamily="18" charset="0"/>
              </a:rPr>
              <a:t>AuditFlow</a:t>
            </a:r>
            <a:r>
              <a:rPr lang="en-US" sz="3600" dirty="0">
                <a:solidFill>
                  <a:schemeClr val="tx1">
                    <a:lumMod val="95000"/>
                    <a:lumOff val="5000"/>
                  </a:schemeClr>
                </a:solidFill>
                <a:latin typeface="Bookman Old Style" panose="02050604050505020204" pitchFamily="18" charset="0"/>
              </a:rPr>
              <a:t> AI presents a Type-6 Neuro-Symbolic Compliance Framework combining neural semantic extraction with deterministic symbolic reasoning. By separating perception (Llama-3) from validation (Neo4j RKG), the system achieves high precision, minimal hallucination, and clause-level traceability.</a:t>
            </a:r>
          </a:p>
          <a:p>
            <a:pPr algn="just"/>
            <a:r>
              <a:rPr lang="en-US" sz="3600" dirty="0">
                <a:solidFill>
                  <a:schemeClr val="tx1">
                    <a:lumMod val="95000"/>
                    <a:lumOff val="5000"/>
                  </a:schemeClr>
                </a:solidFill>
                <a:latin typeface="Bookman Old Style" panose="02050604050505020204" pitchFamily="18" charset="0"/>
              </a:rPr>
              <a:t>The architecture ensures legally grounded, auditable, and reproducible compliance assessments, making it suitable for high-stakes regulatory environments such as Indian banking and financial governance.</a:t>
            </a:r>
          </a:p>
        </p:txBody>
      </p:sp>
      <p:sp>
        <p:nvSpPr>
          <p:cNvPr id="49" name="Google Shape;167;p1">
            <a:extLst>
              <a:ext uri="{FF2B5EF4-FFF2-40B4-BE49-F238E27FC236}">
                <a16:creationId xmlns:a16="http://schemas.microsoft.com/office/drawing/2014/main" id="{8E90357B-39BF-ECE4-D76A-6CCB60F8A688}"/>
              </a:ext>
            </a:extLst>
          </p:cNvPr>
          <p:cNvSpPr txBox="1"/>
          <p:nvPr/>
        </p:nvSpPr>
        <p:spPr>
          <a:xfrm>
            <a:off x="24018205" y="24168696"/>
            <a:ext cx="8005509" cy="5847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200" b="1" dirty="0">
                <a:solidFill>
                  <a:schemeClr val="tx1">
                    <a:lumMod val="95000"/>
                    <a:lumOff val="5000"/>
                  </a:schemeClr>
                </a:solidFill>
                <a:latin typeface="Bookman Old Style"/>
                <a:ea typeface="Bookman Old Style"/>
                <a:cs typeface="Bookman Old Style"/>
                <a:sym typeface="Bookman Old Style"/>
              </a:rPr>
              <a:t>Table 1: Quantitative Results</a:t>
            </a:r>
            <a:endParaRPr dirty="0">
              <a:solidFill>
                <a:schemeClr val="tx1">
                  <a:lumMod val="95000"/>
                  <a:lumOff val="5000"/>
                </a:schemeClr>
              </a:solidFill>
            </a:endParaRPr>
          </a:p>
        </p:txBody>
      </p:sp>
      <p:sp>
        <p:nvSpPr>
          <p:cNvPr id="51" name="Google Shape;169;p1">
            <a:extLst>
              <a:ext uri="{FF2B5EF4-FFF2-40B4-BE49-F238E27FC236}">
                <a16:creationId xmlns:a16="http://schemas.microsoft.com/office/drawing/2014/main" id="{92A161C9-AF18-7EBD-4B1E-56122E8D90DC}"/>
              </a:ext>
            </a:extLst>
          </p:cNvPr>
          <p:cNvSpPr txBox="1"/>
          <p:nvPr/>
        </p:nvSpPr>
        <p:spPr>
          <a:xfrm>
            <a:off x="12292267" y="25041103"/>
            <a:ext cx="9865724" cy="58473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200" b="1" dirty="0">
                <a:solidFill>
                  <a:schemeClr val="tx1">
                    <a:lumMod val="95000"/>
                    <a:lumOff val="5000"/>
                  </a:schemeClr>
                </a:solidFill>
                <a:latin typeface="Bookman Old Style"/>
                <a:ea typeface="Bookman Old Style"/>
                <a:cs typeface="Bookman Old Style"/>
                <a:sym typeface="Bookman Old Style"/>
              </a:rPr>
              <a:t>Figure 1: Visualization of Knowledge graph</a:t>
            </a:r>
            <a:endParaRPr dirty="0">
              <a:solidFill>
                <a:schemeClr val="tx1">
                  <a:lumMod val="95000"/>
                  <a:lumOff val="5000"/>
                </a:schemeClr>
              </a:solidFill>
            </a:endParaRPr>
          </a:p>
        </p:txBody>
      </p:sp>
      <p:pic>
        <p:nvPicPr>
          <p:cNvPr id="53" name="Picture 52">
            <a:extLst>
              <a:ext uri="{FF2B5EF4-FFF2-40B4-BE49-F238E27FC236}">
                <a16:creationId xmlns:a16="http://schemas.microsoft.com/office/drawing/2014/main" id="{61552595-3D5B-19BA-BB1C-56BBB845C4CC}"/>
              </a:ext>
            </a:extLst>
          </p:cNvPr>
          <p:cNvPicPr>
            <a:picLocks/>
          </p:cNvPicPr>
          <p:nvPr/>
        </p:nvPicPr>
        <p:blipFill>
          <a:blip r:embed="rId4"/>
          <a:srcRect l="11008" r="13549"/>
          <a:stretch>
            <a:fillRect/>
          </a:stretch>
        </p:blipFill>
        <p:spPr>
          <a:xfrm>
            <a:off x="38349102" y="610063"/>
            <a:ext cx="5220000" cy="2923200"/>
          </a:xfrm>
          <a:prstGeom prst="rect">
            <a:avLst/>
          </a:prstGeom>
        </p:spPr>
      </p:pic>
      <p:sp>
        <p:nvSpPr>
          <p:cNvPr id="57" name="Rectangle 4">
            <a:extLst>
              <a:ext uri="{FF2B5EF4-FFF2-40B4-BE49-F238E27FC236}">
                <a16:creationId xmlns:a16="http://schemas.microsoft.com/office/drawing/2014/main" id="{14F049C9-DC44-9274-167E-C9C14637A39F}"/>
              </a:ext>
            </a:extLst>
          </p:cNvPr>
          <p:cNvSpPr>
            <a:spLocks noChangeArrowheads="1"/>
          </p:cNvSpPr>
          <p:nvPr/>
        </p:nvSpPr>
        <p:spPr bwMode="auto">
          <a:xfrm>
            <a:off x="0" y="0"/>
            <a:ext cx="438912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9" name="Rectangle 6">
            <a:extLst>
              <a:ext uri="{FF2B5EF4-FFF2-40B4-BE49-F238E27FC236}">
                <a16:creationId xmlns:a16="http://schemas.microsoft.com/office/drawing/2014/main" id="{F4806CDB-CB1D-2A94-8D5C-CE0AF75883CE}"/>
              </a:ext>
            </a:extLst>
          </p:cNvPr>
          <p:cNvSpPr>
            <a:spLocks noChangeArrowheads="1"/>
          </p:cNvSpPr>
          <p:nvPr/>
        </p:nvSpPr>
        <p:spPr bwMode="auto">
          <a:xfrm>
            <a:off x="152400" y="152400"/>
            <a:ext cx="438912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29" name="Picture 128">
            <a:extLst>
              <a:ext uri="{FF2B5EF4-FFF2-40B4-BE49-F238E27FC236}">
                <a16:creationId xmlns:a16="http://schemas.microsoft.com/office/drawing/2014/main" id="{1A19547F-4846-126A-104F-8324543DED59}"/>
              </a:ext>
            </a:extLst>
          </p:cNvPr>
          <p:cNvPicPr>
            <a:picLocks noChangeAspect="1"/>
          </p:cNvPicPr>
          <p:nvPr/>
        </p:nvPicPr>
        <p:blipFill>
          <a:blip r:embed="rId5"/>
          <a:stretch>
            <a:fillRect/>
          </a:stretch>
        </p:blipFill>
        <p:spPr>
          <a:xfrm>
            <a:off x="35403268" y="583111"/>
            <a:ext cx="3042086" cy="2923200"/>
          </a:xfrm>
          <a:prstGeom prst="rect">
            <a:avLst/>
          </a:prstGeom>
        </p:spPr>
      </p:pic>
      <p:sp>
        <p:nvSpPr>
          <p:cNvPr id="2" name="TextBox 1">
            <a:extLst>
              <a:ext uri="{FF2B5EF4-FFF2-40B4-BE49-F238E27FC236}">
                <a16:creationId xmlns:a16="http://schemas.microsoft.com/office/drawing/2014/main" id="{F52DB89C-2112-1C5B-D149-3C7BA8B0EF6A}"/>
              </a:ext>
            </a:extLst>
          </p:cNvPr>
          <p:cNvSpPr txBox="1"/>
          <p:nvPr/>
        </p:nvSpPr>
        <p:spPr>
          <a:xfrm>
            <a:off x="776269" y="17223538"/>
            <a:ext cx="10591834" cy="8402300"/>
          </a:xfrm>
          <a:prstGeom prst="rect">
            <a:avLst/>
          </a:prstGeom>
          <a:noFill/>
        </p:spPr>
        <p:txBody>
          <a:bodyPr wrap="square" rtlCol="0">
            <a:spAutoFit/>
          </a:bodyPr>
          <a:lstStyle/>
          <a:p>
            <a:pPr marL="571500" indent="-571500" algn="just">
              <a:buFont typeface="Arial" panose="020B0604020202020204" pitchFamily="34" charset="0"/>
              <a:buChar char="•"/>
            </a:pPr>
            <a:r>
              <a:rPr lang="en-US" sz="3600" dirty="0">
                <a:solidFill>
                  <a:schemeClr val="tx1">
                    <a:lumMod val="95000"/>
                    <a:lumOff val="5000"/>
                  </a:schemeClr>
                </a:solidFill>
                <a:latin typeface="Bookman Old Style" panose="02050604050505020204" pitchFamily="18" charset="0"/>
              </a:rPr>
              <a:t>Develop a Neuro-Symbolic Regulatory Compliance Framework that integrates neural language understanding with deterministic symbolic reasoning for Indian financial regulations.</a:t>
            </a:r>
          </a:p>
          <a:p>
            <a:pPr marL="571500" indent="-571500" algn="just">
              <a:buFont typeface="Arial" panose="020B0604020202020204" pitchFamily="34" charset="0"/>
              <a:buChar char="•"/>
            </a:pPr>
            <a:r>
              <a:rPr lang="en-US" sz="3600" dirty="0">
                <a:solidFill>
                  <a:schemeClr val="tx1">
                    <a:lumMod val="95000"/>
                    <a:lumOff val="5000"/>
                  </a:schemeClr>
                </a:solidFill>
                <a:latin typeface="Bookman Old Style" panose="02050604050505020204" pitchFamily="18" charset="0"/>
              </a:rPr>
              <a:t>Design a Regulatory Knowledge Graph (RKG) using Neo4j to enable structured encoding of DPDP Act and RBI Master Directions with hierarchical conflict resolution.</a:t>
            </a:r>
          </a:p>
          <a:p>
            <a:pPr marL="571500" indent="-571500" algn="just">
              <a:buFont typeface="Arial" panose="020B0604020202020204" pitchFamily="34" charset="0"/>
              <a:buChar char="•"/>
            </a:pPr>
            <a:r>
              <a:rPr lang="en-US" sz="3600" dirty="0">
                <a:solidFill>
                  <a:schemeClr val="tx1">
                    <a:lumMod val="95000"/>
                    <a:lumOff val="5000"/>
                  </a:schemeClr>
                </a:solidFill>
                <a:latin typeface="Bookman Old Style" panose="02050604050505020204" pitchFamily="18" charset="0"/>
              </a:rPr>
              <a:t>Achieve high-precision, low-hallucination compliance auditing with clause-level traceability and reproducible decision-making.</a:t>
            </a:r>
          </a:p>
          <a:p>
            <a:pPr algn="just"/>
            <a:endParaRPr lang="en-US" sz="3600" dirty="0">
              <a:solidFill>
                <a:schemeClr val="tx1">
                  <a:lumMod val="95000"/>
                  <a:lumOff val="5000"/>
                </a:schemeClr>
              </a:solidFill>
              <a:latin typeface="Bookman Old Style" panose="02050604050505020204" pitchFamily="18" charset="0"/>
            </a:endParaRPr>
          </a:p>
        </p:txBody>
      </p:sp>
      <p:sp>
        <p:nvSpPr>
          <p:cNvPr id="52" name="TextBox 51">
            <a:extLst>
              <a:ext uri="{FF2B5EF4-FFF2-40B4-BE49-F238E27FC236}">
                <a16:creationId xmlns:a16="http://schemas.microsoft.com/office/drawing/2014/main" id="{EC753600-B2B4-615D-91EC-0242ED3EBA85}"/>
              </a:ext>
            </a:extLst>
          </p:cNvPr>
          <p:cNvSpPr txBox="1"/>
          <p:nvPr/>
        </p:nvSpPr>
        <p:spPr>
          <a:xfrm>
            <a:off x="923919" y="27095166"/>
            <a:ext cx="10401179" cy="3970318"/>
          </a:xfrm>
          <a:prstGeom prst="rect">
            <a:avLst/>
          </a:prstGeom>
          <a:noFill/>
        </p:spPr>
        <p:txBody>
          <a:bodyPr wrap="square" rtlCol="0">
            <a:spAutoFit/>
          </a:bodyPr>
          <a:lstStyle/>
          <a:p>
            <a:pPr algn="just"/>
            <a:r>
              <a:rPr lang="en-US" sz="3600" b="1" dirty="0">
                <a:solidFill>
                  <a:schemeClr val="tx1">
                    <a:lumMod val="95000"/>
                    <a:lumOff val="5000"/>
                  </a:schemeClr>
                </a:solidFill>
                <a:latin typeface="Bookman Old Style" panose="02050604050505020204" pitchFamily="18" charset="0"/>
              </a:rPr>
              <a:t>1. Regulatory Data Ingestion:</a:t>
            </a:r>
          </a:p>
          <a:p>
            <a:pPr algn="just"/>
            <a:r>
              <a:rPr lang="en-US" sz="3600" dirty="0">
                <a:solidFill>
                  <a:schemeClr val="tx1">
                    <a:lumMod val="95000"/>
                    <a:lumOff val="5000"/>
                  </a:schemeClr>
                </a:solidFill>
                <a:latin typeface="Bookman Old Style" panose="02050604050505020204" pitchFamily="18" charset="0"/>
              </a:rPr>
              <a:t>Collected statutory documents including DPDP Act (2023), RBI Master Directions, Gazette notifications, and internal banking policies.</a:t>
            </a:r>
          </a:p>
          <a:p>
            <a:pPr algn="just"/>
            <a:r>
              <a:rPr lang="en-US" sz="3600" b="1" dirty="0">
                <a:solidFill>
                  <a:schemeClr val="tx1">
                    <a:lumMod val="95000"/>
                    <a:lumOff val="5000"/>
                  </a:schemeClr>
                </a:solidFill>
                <a:latin typeface="Bookman Old Style" panose="02050604050505020204" pitchFamily="18" charset="0"/>
              </a:rPr>
              <a:t>2. </a:t>
            </a:r>
            <a:r>
              <a:rPr lang="en-US" sz="3600" b="1" dirty="0" err="1">
                <a:solidFill>
                  <a:schemeClr val="tx1">
                    <a:lumMod val="95000"/>
                    <a:lumOff val="5000"/>
                  </a:schemeClr>
                </a:solidFill>
                <a:latin typeface="Bookman Old Style" panose="02050604050505020204" pitchFamily="18" charset="0"/>
              </a:rPr>
              <a:t>IndicLegalQA</a:t>
            </a:r>
            <a:r>
              <a:rPr lang="en-US" sz="3600" b="1" dirty="0">
                <a:solidFill>
                  <a:schemeClr val="tx1">
                    <a:lumMod val="95000"/>
                    <a:lumOff val="5000"/>
                  </a:schemeClr>
                </a:solidFill>
                <a:latin typeface="Bookman Old Style" panose="02050604050505020204" pitchFamily="18" charset="0"/>
              </a:rPr>
              <a:t> Fine-Tuning:</a:t>
            </a:r>
          </a:p>
          <a:p>
            <a:pPr algn="just"/>
            <a:r>
              <a:rPr lang="en-US" sz="3600" dirty="0">
                <a:solidFill>
                  <a:schemeClr val="tx1">
                    <a:lumMod val="95000"/>
                    <a:lumOff val="5000"/>
                  </a:schemeClr>
                </a:solidFill>
                <a:latin typeface="Bookman Old Style" panose="02050604050505020204" pitchFamily="18" charset="0"/>
              </a:rPr>
              <a:t>Adapted Llama-3 using </a:t>
            </a:r>
            <a:r>
              <a:rPr lang="en-US" sz="3600" dirty="0" err="1">
                <a:solidFill>
                  <a:schemeClr val="tx1">
                    <a:lumMod val="95000"/>
                    <a:lumOff val="5000"/>
                  </a:schemeClr>
                </a:solidFill>
                <a:latin typeface="Bookman Old Style" panose="02050604050505020204" pitchFamily="18" charset="0"/>
              </a:rPr>
              <a:t>IndicLegalQA</a:t>
            </a:r>
            <a:r>
              <a:rPr lang="en-US" sz="3600" dirty="0">
                <a:solidFill>
                  <a:schemeClr val="tx1">
                    <a:lumMod val="95000"/>
                    <a:lumOff val="5000"/>
                  </a:schemeClr>
                </a:solidFill>
                <a:latin typeface="Bookman Old Style" panose="02050604050505020204" pitchFamily="18" charset="0"/>
              </a:rPr>
              <a:t> </a:t>
            </a:r>
          </a:p>
        </p:txBody>
      </p:sp>
      <p:sp>
        <p:nvSpPr>
          <p:cNvPr id="54" name="TextBox 53">
            <a:extLst>
              <a:ext uri="{FF2B5EF4-FFF2-40B4-BE49-F238E27FC236}">
                <a16:creationId xmlns:a16="http://schemas.microsoft.com/office/drawing/2014/main" id="{1A92638B-0CFC-8518-8645-42F054CF83FE}"/>
              </a:ext>
            </a:extLst>
          </p:cNvPr>
          <p:cNvSpPr txBox="1"/>
          <p:nvPr/>
        </p:nvSpPr>
        <p:spPr>
          <a:xfrm>
            <a:off x="11761792" y="6746492"/>
            <a:ext cx="10351858" cy="8956298"/>
          </a:xfrm>
          <a:prstGeom prst="rect">
            <a:avLst/>
          </a:prstGeom>
          <a:noFill/>
        </p:spPr>
        <p:txBody>
          <a:bodyPr wrap="square" rtlCol="0">
            <a:spAutoFit/>
          </a:bodyPr>
          <a:lstStyle/>
          <a:p>
            <a:pPr algn="just"/>
            <a:r>
              <a:rPr lang="en-US" sz="3600" dirty="0">
                <a:solidFill>
                  <a:schemeClr val="tx1">
                    <a:lumMod val="95000"/>
                    <a:lumOff val="5000"/>
                  </a:schemeClr>
                </a:solidFill>
                <a:latin typeface="Bookman Old Style" panose="02050604050505020204" pitchFamily="18" charset="0"/>
              </a:rPr>
              <a:t>dataset to improve Indian legal understanding.</a:t>
            </a:r>
          </a:p>
          <a:p>
            <a:pPr algn="just"/>
            <a:r>
              <a:rPr lang="en-US" sz="3600" b="1" dirty="0">
                <a:solidFill>
                  <a:schemeClr val="tx1">
                    <a:lumMod val="95000"/>
                    <a:lumOff val="5000"/>
                  </a:schemeClr>
                </a:solidFill>
                <a:latin typeface="Bookman Old Style" panose="02050604050505020204" pitchFamily="18" charset="0"/>
              </a:rPr>
              <a:t>3. Neural Semantic Extraction: </a:t>
            </a:r>
          </a:p>
          <a:p>
            <a:pPr algn="just"/>
            <a:r>
              <a:rPr lang="en-US" sz="3600" dirty="0">
                <a:solidFill>
                  <a:schemeClr val="tx1">
                    <a:lumMod val="95000"/>
                    <a:lumOff val="5000"/>
                  </a:schemeClr>
                </a:solidFill>
                <a:latin typeface="Bookman Old Style" panose="02050604050505020204" pitchFamily="18" charset="0"/>
              </a:rPr>
              <a:t>Utilized Llama-3 to extract structured obligations, entities, conditions, and exceptions from unstructured regulatory documents.</a:t>
            </a:r>
          </a:p>
          <a:p>
            <a:pPr algn="just"/>
            <a:r>
              <a:rPr lang="en-US" sz="3600" b="1" dirty="0">
                <a:solidFill>
                  <a:schemeClr val="tx1">
                    <a:lumMod val="95000"/>
                    <a:lumOff val="5000"/>
                  </a:schemeClr>
                </a:solidFill>
                <a:latin typeface="Bookman Old Style" panose="02050604050505020204" pitchFamily="18" charset="0"/>
              </a:rPr>
              <a:t>4. Confidence-Gated Validation:</a:t>
            </a:r>
          </a:p>
          <a:p>
            <a:pPr algn="just"/>
            <a:r>
              <a:rPr lang="en-US" sz="3600" dirty="0">
                <a:solidFill>
                  <a:schemeClr val="tx1">
                    <a:lumMod val="95000"/>
                    <a:lumOff val="5000"/>
                  </a:schemeClr>
                </a:solidFill>
                <a:latin typeface="Bookman Old Style" panose="02050604050505020204" pitchFamily="18" charset="0"/>
              </a:rPr>
              <a:t>Implemented threshold-based filtering to eliminate low-confidence or hallucinated facts before symbolic reasoning.</a:t>
            </a:r>
          </a:p>
          <a:p>
            <a:pPr algn="just"/>
            <a:r>
              <a:rPr lang="en-US" sz="3600" b="1" dirty="0">
                <a:solidFill>
                  <a:schemeClr val="tx1">
                    <a:lumMod val="95000"/>
                    <a:lumOff val="5000"/>
                  </a:schemeClr>
                </a:solidFill>
                <a:latin typeface="Bookman Old Style" panose="02050604050505020204" pitchFamily="18" charset="0"/>
              </a:rPr>
              <a:t>5. Regulatory Knowledge Graph Construction (Neo4j RKG):</a:t>
            </a:r>
          </a:p>
          <a:p>
            <a:pPr algn="just"/>
            <a:r>
              <a:rPr lang="en-US" sz="3600" dirty="0">
                <a:solidFill>
                  <a:schemeClr val="tx1">
                    <a:lumMod val="95000"/>
                    <a:lumOff val="5000"/>
                  </a:schemeClr>
                </a:solidFill>
                <a:latin typeface="Bookman Old Style" panose="02050604050505020204" pitchFamily="18" charset="0"/>
              </a:rPr>
              <a:t>Built a structured graph encoding statutes, clauses, regulatory hierarchy, and inter-law dependencies using Neo4j.</a:t>
            </a:r>
          </a:p>
        </p:txBody>
      </p:sp>
      <p:pic>
        <p:nvPicPr>
          <p:cNvPr id="56" name="Picture 55">
            <a:extLst>
              <a:ext uri="{FF2B5EF4-FFF2-40B4-BE49-F238E27FC236}">
                <a16:creationId xmlns:a16="http://schemas.microsoft.com/office/drawing/2014/main" id="{CC8DF9F4-C2B2-44D9-1642-33F8DE8BE574}"/>
              </a:ext>
            </a:extLst>
          </p:cNvPr>
          <p:cNvPicPr>
            <a:picLocks noChangeAspect="1"/>
          </p:cNvPicPr>
          <p:nvPr/>
        </p:nvPicPr>
        <p:blipFill>
          <a:blip r:embed="rId6"/>
          <a:stretch>
            <a:fillRect/>
          </a:stretch>
        </p:blipFill>
        <p:spPr>
          <a:xfrm>
            <a:off x="9502439" y="14732405"/>
            <a:ext cx="16137374" cy="11439503"/>
          </a:xfrm>
          <a:prstGeom prst="rect">
            <a:avLst/>
          </a:prstGeom>
        </p:spPr>
      </p:pic>
      <p:sp>
        <p:nvSpPr>
          <p:cNvPr id="58" name="TextBox 57">
            <a:extLst>
              <a:ext uri="{FF2B5EF4-FFF2-40B4-BE49-F238E27FC236}">
                <a16:creationId xmlns:a16="http://schemas.microsoft.com/office/drawing/2014/main" id="{16DE2FF6-D6DC-1BC6-6F36-59E8013C6211}"/>
              </a:ext>
            </a:extLst>
          </p:cNvPr>
          <p:cNvSpPr txBox="1"/>
          <p:nvPr/>
        </p:nvSpPr>
        <p:spPr>
          <a:xfrm>
            <a:off x="32601131" y="6583865"/>
            <a:ext cx="10635828" cy="7294305"/>
          </a:xfrm>
          <a:prstGeom prst="rect">
            <a:avLst/>
          </a:prstGeom>
          <a:noFill/>
        </p:spPr>
        <p:txBody>
          <a:bodyPr wrap="square" rtlCol="0">
            <a:spAutoFit/>
          </a:bodyPr>
          <a:lstStyle/>
          <a:p>
            <a:pPr marL="571500" indent="-571500" algn="just">
              <a:buFont typeface="Arial" panose="020B0604020202020204" pitchFamily="34" charset="0"/>
              <a:buChar char="•"/>
            </a:pPr>
            <a:r>
              <a:rPr lang="en-US" sz="3600" dirty="0">
                <a:solidFill>
                  <a:schemeClr val="tx1">
                    <a:lumMod val="95000"/>
                    <a:lumOff val="5000"/>
                  </a:schemeClr>
                </a:solidFill>
                <a:latin typeface="Bookman Old Style" panose="02050604050505020204" pitchFamily="18" charset="0"/>
              </a:rPr>
              <a:t>High Precision (0.93) demonstrates reliability in identifying legally valid violations.</a:t>
            </a:r>
          </a:p>
          <a:p>
            <a:pPr marL="571500" indent="-571500" algn="just">
              <a:buFont typeface="Arial" panose="020B0604020202020204" pitchFamily="34" charset="0"/>
              <a:buChar char="•"/>
            </a:pPr>
            <a:r>
              <a:rPr lang="en-US" sz="3600" dirty="0">
                <a:solidFill>
                  <a:schemeClr val="tx1">
                    <a:lumMod val="95000"/>
                    <a:lumOff val="5000"/>
                  </a:schemeClr>
                </a:solidFill>
                <a:latin typeface="Bookman Old Style" panose="02050604050505020204" pitchFamily="18" charset="0"/>
              </a:rPr>
              <a:t>Very Low Hallucination Rate (0.01) confirms effectiveness of logic-first architecture.</a:t>
            </a:r>
          </a:p>
          <a:p>
            <a:pPr marL="571500" indent="-571500" algn="just">
              <a:buFont typeface="Arial" panose="020B0604020202020204" pitchFamily="34" charset="0"/>
              <a:buChar char="•"/>
            </a:pPr>
            <a:r>
              <a:rPr lang="en-US" sz="3600" dirty="0">
                <a:solidFill>
                  <a:schemeClr val="tx1">
                    <a:lumMod val="95000"/>
                    <a:lumOff val="5000"/>
                  </a:schemeClr>
                </a:solidFill>
                <a:latin typeface="Bookman Old Style" panose="02050604050505020204" pitchFamily="18" charset="0"/>
              </a:rPr>
              <a:t>Deterministic Outputs (97% consistency) ensure reproducible compliance decisions.</a:t>
            </a:r>
          </a:p>
          <a:p>
            <a:pPr marL="571500" indent="-571500" algn="just">
              <a:buFont typeface="Arial" panose="020B0604020202020204" pitchFamily="34" charset="0"/>
              <a:buChar char="•"/>
            </a:pPr>
            <a:r>
              <a:rPr lang="en-US" sz="3600" dirty="0">
                <a:solidFill>
                  <a:schemeClr val="tx1">
                    <a:lumMod val="95000"/>
                    <a:lumOff val="5000"/>
                  </a:schemeClr>
                </a:solidFill>
                <a:latin typeface="Bookman Old Style" panose="02050604050505020204" pitchFamily="18" charset="0"/>
              </a:rPr>
              <a:t>Lower recall (0.56) reflects conservative Closed-World Assumption, prioritizing legal defensibility over aggressive detection.</a:t>
            </a:r>
          </a:p>
          <a:p>
            <a:pPr marL="571500" indent="-571500" algn="just">
              <a:buFont typeface="Arial" panose="020B0604020202020204" pitchFamily="34" charset="0"/>
              <a:buChar char="•"/>
            </a:pPr>
            <a:r>
              <a:rPr lang="en-US" sz="3600" dirty="0">
                <a:solidFill>
                  <a:schemeClr val="tx1">
                    <a:lumMod val="95000"/>
                    <a:lumOff val="5000"/>
                  </a:schemeClr>
                </a:solidFill>
                <a:latin typeface="Bookman Old Style" panose="02050604050505020204" pitchFamily="18" charset="0"/>
              </a:rPr>
              <a:t>Compared to RAG-based systems, </a:t>
            </a:r>
            <a:r>
              <a:rPr lang="en-US" sz="3600" dirty="0" err="1">
                <a:solidFill>
                  <a:schemeClr val="tx1">
                    <a:lumMod val="95000"/>
                    <a:lumOff val="5000"/>
                  </a:schemeClr>
                </a:solidFill>
                <a:latin typeface="Bookman Old Style" panose="02050604050505020204" pitchFamily="18" charset="0"/>
              </a:rPr>
              <a:t>AuditFlow</a:t>
            </a:r>
            <a:r>
              <a:rPr lang="en-US" sz="3600" dirty="0">
                <a:solidFill>
                  <a:schemeClr val="tx1">
                    <a:lumMod val="95000"/>
                    <a:lumOff val="5000"/>
                  </a:schemeClr>
                </a:solidFill>
                <a:latin typeface="Bookman Old Style" panose="02050604050505020204" pitchFamily="18" charset="0"/>
              </a:rPr>
              <a:t> AI shows superior stability and  legal reasoning capability.</a:t>
            </a:r>
          </a:p>
        </p:txBody>
      </p:sp>
      <p:pic>
        <p:nvPicPr>
          <p:cNvPr id="14" name="Picture 13">
            <a:extLst>
              <a:ext uri="{FF2B5EF4-FFF2-40B4-BE49-F238E27FC236}">
                <a16:creationId xmlns:a16="http://schemas.microsoft.com/office/drawing/2014/main" id="{AD136581-EC72-2591-B89A-7EA2E45792DB}"/>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20983617" y="5681626"/>
            <a:ext cx="12747547" cy="19147003"/>
          </a:xfrm>
          <a:prstGeom prst="rect">
            <a:avLst/>
          </a:prstGeom>
        </p:spPr>
      </p:pic>
    </p:spTree>
    <p:extLst>
      <p:ext uri="{BB962C8B-B14F-4D97-AF65-F5344CB8AC3E}">
        <p14:creationId xmlns:p14="http://schemas.microsoft.com/office/powerpoint/2010/main" val="152862043"/>
      </p:ext>
    </p:extLst>
  </p:cSld>
  <p:clrMapOvr>
    <a:masterClrMapping/>
  </p:clrMapOvr>
</p:sld>
</file>

<file path=ppt/theme/theme1.xml><?xml version="1.0" encoding="utf-8"?>
<a:theme xmlns:a="http://schemas.openxmlformats.org/drawingml/2006/main" name="36x48-Template-V2b">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ithout Quick Guides">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Classic 3 Columns">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lassic - Wide Center">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321</TotalTime>
  <Words>670</Words>
  <Application>Microsoft Office PowerPoint</Application>
  <PresentationFormat>Custom</PresentationFormat>
  <Paragraphs>65</Paragraphs>
  <Slides>1</Slides>
  <Notes>1</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vt:i4>
      </vt:variant>
    </vt:vector>
  </HeadingPairs>
  <TitlesOfParts>
    <vt:vector size="11" baseType="lpstr">
      <vt:lpstr>Bookman Old Style</vt:lpstr>
      <vt:lpstr>Trebuchet MS</vt:lpstr>
      <vt:lpstr>Arial</vt:lpstr>
      <vt:lpstr>Times New Roman</vt:lpstr>
      <vt:lpstr>Calibri</vt:lpstr>
      <vt:lpstr>Arial Black</vt:lpstr>
      <vt:lpstr>36x48-Template-V2b</vt:lpstr>
      <vt:lpstr>Without Quick Guides</vt:lpstr>
      <vt:lpstr>1_Classic 3 Columns</vt:lpstr>
      <vt:lpstr>Classic - Wide Center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CanterburyMedia</dc:creator>
  <cp:lastModifiedBy>Sri Bhuvan Pandiri</cp:lastModifiedBy>
  <cp:revision>30</cp:revision>
  <dcterms:created xsi:type="dcterms:W3CDTF">2012-02-03T19:11:35Z</dcterms:created>
  <dcterms:modified xsi:type="dcterms:W3CDTF">2026-03-06T18:05:09Z</dcterms:modified>
</cp:coreProperties>
</file>